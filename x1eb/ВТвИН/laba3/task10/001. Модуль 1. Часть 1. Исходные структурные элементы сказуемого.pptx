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vsd" ContentType="application/vnd.visio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77" r:id="rId5"/>
    <p:sldId id="259" r:id="rId6"/>
    <p:sldId id="278" r:id="rId7"/>
    <p:sldId id="260" r:id="rId8"/>
    <p:sldId id="279" r:id="rId9"/>
    <p:sldId id="261" r:id="rId10"/>
    <p:sldId id="262" r:id="rId11"/>
    <p:sldId id="282" r:id="rId12"/>
    <p:sldId id="287" r:id="rId13"/>
    <p:sldId id="283" r:id="rId14"/>
    <p:sldId id="288" r:id="rId15"/>
    <p:sldId id="284" r:id="rId16"/>
    <p:sldId id="289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E5FE"/>
    <a:srgbClr val="E8F3FF"/>
    <a:srgbClr val="DBF0FD"/>
    <a:srgbClr val="98DAFE"/>
    <a:srgbClr val="72CCFE"/>
    <a:srgbClr val="2EB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0" autoAdjust="0"/>
    <p:restoredTop sz="94532" autoAdjust="0"/>
  </p:normalViewPr>
  <p:slideViewPr>
    <p:cSldViewPr>
      <p:cViewPr>
        <p:scale>
          <a:sx n="100" d="100"/>
          <a:sy n="100" d="100"/>
        </p:scale>
        <p:origin x="-426" y="5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A5CA53-4ACF-4802-8A06-CBF3CAAC1B4D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4F63B6F-29AC-4ED2-B3AC-6C901EDD1E69}">
      <dgm:prSet phldrT="[Текст]" custT="1"/>
      <dgm:spPr/>
      <dgm:t>
        <a:bodyPr/>
        <a:lstStyle/>
        <a:p>
          <a:r>
            <a:rPr lang="en-US" sz="1050" b="1" dirty="0" smtClean="0"/>
            <a:t>to have </a:t>
          </a:r>
          <a:endParaRPr lang="ru-RU" sz="1050" b="1" dirty="0" smtClean="0"/>
        </a:p>
        <a:p>
          <a:r>
            <a:rPr lang="en-US" sz="1050" b="1" dirty="0" smtClean="0"/>
            <a:t>(had, had)</a:t>
          </a:r>
          <a:endParaRPr lang="ru-RU" sz="1050" b="1" dirty="0"/>
        </a:p>
      </dgm:t>
    </dgm:pt>
    <dgm:pt modelId="{E15B62BF-5D28-4B2E-AD8A-BF16D8F04CA9}" type="parTrans" cxnId="{6058550C-8BA8-47AC-B1CC-DF64000E49FA}">
      <dgm:prSet/>
      <dgm:spPr/>
      <dgm:t>
        <a:bodyPr/>
        <a:lstStyle/>
        <a:p>
          <a:endParaRPr lang="ru-RU"/>
        </a:p>
      </dgm:t>
    </dgm:pt>
    <dgm:pt modelId="{D301EC9E-C1F9-4CC1-9CA3-2E088B001B10}" type="sibTrans" cxnId="{6058550C-8BA8-47AC-B1CC-DF64000E49FA}">
      <dgm:prSet/>
      <dgm:spPr/>
      <dgm:t>
        <a:bodyPr/>
        <a:lstStyle/>
        <a:p>
          <a:endParaRPr lang="ru-RU"/>
        </a:p>
      </dgm:t>
    </dgm:pt>
    <dgm:pt modelId="{B84842E8-94D8-41B9-AA68-2682EBFD9FB7}">
      <dgm:prSet phldrT="[Текст]" custT="1"/>
      <dgm:spPr/>
      <dgm:t>
        <a:bodyPr/>
        <a:lstStyle/>
        <a:p>
          <a:r>
            <a:rPr lang="ru-RU" sz="1200" dirty="0" smtClean="0"/>
            <a:t>смысловой глагол</a:t>
          </a:r>
          <a:endParaRPr lang="ru-RU" sz="1200" dirty="0"/>
        </a:p>
      </dgm:t>
    </dgm:pt>
    <dgm:pt modelId="{3C7568D2-46AE-4ED0-AE6B-6252E52E3F58}" type="parTrans" cxnId="{D32E0597-4864-4528-BB80-41A10F2DFB60}">
      <dgm:prSet/>
      <dgm:spPr/>
      <dgm:t>
        <a:bodyPr/>
        <a:lstStyle/>
        <a:p>
          <a:endParaRPr lang="ru-RU"/>
        </a:p>
      </dgm:t>
    </dgm:pt>
    <dgm:pt modelId="{B5AFACED-8E9F-484B-BC65-F00B1DAC7D23}" type="sibTrans" cxnId="{D32E0597-4864-4528-BB80-41A10F2DFB60}">
      <dgm:prSet/>
      <dgm:spPr/>
      <dgm:t>
        <a:bodyPr/>
        <a:lstStyle/>
        <a:p>
          <a:endParaRPr lang="ru-RU"/>
        </a:p>
      </dgm:t>
    </dgm:pt>
    <dgm:pt modelId="{8E98DFA2-5718-4130-B498-8BE77937F90A}">
      <dgm:prSet phldrT="[Текст]" custT="1"/>
      <dgm:spPr/>
      <dgm:t>
        <a:bodyPr/>
        <a:lstStyle/>
        <a:p>
          <a:r>
            <a:rPr lang="ru-RU" sz="1200" dirty="0" smtClean="0"/>
            <a:t>вспомогательный глагол</a:t>
          </a:r>
          <a:endParaRPr lang="ru-RU" sz="1200" dirty="0"/>
        </a:p>
      </dgm:t>
    </dgm:pt>
    <dgm:pt modelId="{461F93A6-C5F5-4DD7-AB73-A119595A76D1}" type="parTrans" cxnId="{01EE30CA-8808-4B84-A076-BBBA311CE169}">
      <dgm:prSet/>
      <dgm:spPr/>
      <dgm:t>
        <a:bodyPr/>
        <a:lstStyle/>
        <a:p>
          <a:endParaRPr lang="ru-RU"/>
        </a:p>
      </dgm:t>
    </dgm:pt>
    <dgm:pt modelId="{19156935-5C29-4402-98D2-ABD0EC804BB0}" type="sibTrans" cxnId="{01EE30CA-8808-4B84-A076-BBBA311CE169}">
      <dgm:prSet/>
      <dgm:spPr/>
      <dgm:t>
        <a:bodyPr/>
        <a:lstStyle/>
        <a:p>
          <a:endParaRPr lang="ru-RU"/>
        </a:p>
      </dgm:t>
    </dgm:pt>
    <dgm:pt modelId="{F7AEE637-C173-45B0-853F-6821AA3D8DD5}">
      <dgm:prSet phldrT="[Текст]" custT="1"/>
      <dgm:spPr/>
      <dgm:t>
        <a:bodyPr/>
        <a:lstStyle/>
        <a:p>
          <a:r>
            <a:rPr lang="ru-RU" sz="1200" dirty="0" smtClean="0"/>
            <a:t>модальный глагол</a:t>
          </a:r>
          <a:endParaRPr lang="ru-RU" sz="1200" dirty="0"/>
        </a:p>
      </dgm:t>
    </dgm:pt>
    <dgm:pt modelId="{EDE96304-3EEF-4842-B6F7-29F79F34BABC}" type="parTrans" cxnId="{EDE5E9C8-8C15-4A08-AE1C-193260A27FEE}">
      <dgm:prSet/>
      <dgm:spPr/>
      <dgm:t>
        <a:bodyPr/>
        <a:lstStyle/>
        <a:p>
          <a:endParaRPr lang="ru-RU"/>
        </a:p>
      </dgm:t>
    </dgm:pt>
    <dgm:pt modelId="{874D2E95-A531-42DF-BC81-815B4BF9DEC3}" type="sibTrans" cxnId="{EDE5E9C8-8C15-4A08-AE1C-193260A27FEE}">
      <dgm:prSet/>
      <dgm:spPr/>
      <dgm:t>
        <a:bodyPr/>
        <a:lstStyle/>
        <a:p>
          <a:endParaRPr lang="ru-RU"/>
        </a:p>
      </dgm:t>
    </dgm:pt>
    <dgm:pt modelId="{8B03491D-1BE5-44A1-B75F-5EF96959C2AE}">
      <dgm:prSet custT="1"/>
      <dgm:spPr/>
      <dgm:t>
        <a:bodyPr/>
        <a:lstStyle/>
        <a:p>
          <a:r>
            <a:rPr lang="ru-RU" sz="1000" dirty="0" smtClean="0"/>
            <a:t>перед именем существительным, числительным, местоимением</a:t>
          </a:r>
        </a:p>
        <a:p>
          <a:r>
            <a:rPr lang="ru-RU" sz="1000" dirty="0" smtClean="0"/>
            <a:t>  </a:t>
          </a:r>
          <a:r>
            <a:rPr lang="ru-RU" sz="1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иметь, обладать </a:t>
          </a:r>
          <a:endParaRPr lang="ru-RU" sz="1000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F1E4144-3325-461D-BCF2-E9C2316E82E0}" type="parTrans" cxnId="{407478FC-BB5C-4DC5-89B6-217B6ABBAF8B}">
      <dgm:prSet/>
      <dgm:spPr/>
      <dgm:t>
        <a:bodyPr/>
        <a:lstStyle/>
        <a:p>
          <a:endParaRPr lang="ru-RU"/>
        </a:p>
      </dgm:t>
    </dgm:pt>
    <dgm:pt modelId="{4B778793-71A4-4AD6-A06B-D7C88D8477F3}" type="sibTrans" cxnId="{407478FC-BB5C-4DC5-89B6-217B6ABBAF8B}">
      <dgm:prSet/>
      <dgm:spPr/>
      <dgm:t>
        <a:bodyPr/>
        <a:lstStyle/>
        <a:p>
          <a:endParaRPr lang="ru-RU"/>
        </a:p>
      </dgm:t>
    </dgm:pt>
    <dgm:pt modelId="{DBCC8A23-06A7-49BC-86D7-D3D2D31A9E18}">
      <dgm:prSet custT="1"/>
      <dgm:spPr/>
      <dgm:t>
        <a:bodyPr/>
        <a:lstStyle/>
        <a:p>
          <a:pPr>
            <a:lnSpc>
              <a:spcPct val="90000"/>
            </a:lnSpc>
            <a:spcAft>
              <a:spcPct val="35000"/>
            </a:spcAft>
          </a:pPr>
          <a:r>
            <a:rPr lang="en-US" sz="1050" b="1" dirty="0" smtClean="0"/>
            <a:t>have +</a:t>
          </a:r>
          <a:r>
            <a:rPr lang="ru-RU" sz="1050" b="1" dirty="0" smtClean="0"/>
            <a:t> сущ./мест./</a:t>
          </a:r>
          <a:r>
            <a:rPr lang="ru-RU" sz="1050" b="1" dirty="0" err="1" smtClean="0"/>
            <a:t>числ</a:t>
          </a:r>
          <a:r>
            <a:rPr lang="ru-RU" sz="1050" dirty="0" smtClean="0"/>
            <a:t>.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050" dirty="0" smtClean="0"/>
            <a:t>This material </a:t>
          </a:r>
          <a:r>
            <a:rPr lang="en-US" sz="1050" b="1" i="0" dirty="0" smtClean="0"/>
            <a:t>has</a:t>
          </a:r>
          <a:r>
            <a:rPr lang="en-US" sz="1050" dirty="0" smtClean="0"/>
            <a:t> valuable qualities.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sz="1050" dirty="0" smtClean="0"/>
            <a:t>Этот материал </a:t>
          </a:r>
          <a:r>
            <a:rPr lang="ru-RU" sz="105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имеет</a:t>
          </a:r>
          <a:r>
            <a:rPr lang="ru-RU" sz="1050" dirty="0" smtClean="0"/>
            <a:t> ценные свойства.</a:t>
          </a:r>
          <a:endParaRPr lang="ru-RU" sz="1050" dirty="0"/>
        </a:p>
      </dgm:t>
    </dgm:pt>
    <dgm:pt modelId="{280D74DE-8DA9-4418-8A85-29FBF6F79B19}" type="parTrans" cxnId="{9283CEF3-38DD-4A5A-A686-2DEFE7246A2E}">
      <dgm:prSet/>
      <dgm:spPr/>
      <dgm:t>
        <a:bodyPr/>
        <a:lstStyle/>
        <a:p>
          <a:endParaRPr lang="ru-RU"/>
        </a:p>
      </dgm:t>
    </dgm:pt>
    <dgm:pt modelId="{CE7319F1-0EBF-4D09-8C2B-EB692A363823}" type="sibTrans" cxnId="{9283CEF3-38DD-4A5A-A686-2DEFE7246A2E}">
      <dgm:prSet/>
      <dgm:spPr/>
      <dgm:t>
        <a:bodyPr/>
        <a:lstStyle/>
        <a:p>
          <a:endParaRPr lang="ru-RU"/>
        </a:p>
      </dgm:t>
    </dgm:pt>
    <dgm:pt modelId="{A26FB35F-1B46-4AE7-A8F8-E87CB626F39D}">
      <dgm:prSet custT="1"/>
      <dgm:spPr/>
      <dgm:t>
        <a:bodyPr/>
        <a:lstStyle/>
        <a:p>
          <a:r>
            <a:rPr lang="ru-RU" sz="1000" dirty="0" smtClean="0"/>
            <a:t>для образования времён групп </a:t>
          </a:r>
          <a:r>
            <a:rPr lang="en-US" sz="1000" dirty="0" smtClean="0"/>
            <a:t>Perfect </a:t>
          </a:r>
          <a:r>
            <a:rPr lang="ru-RU" sz="1000" dirty="0" smtClean="0"/>
            <a:t>и </a:t>
          </a:r>
          <a:r>
            <a:rPr lang="en-US" sz="1000" dirty="0" smtClean="0"/>
            <a:t>Perfect Continuous </a:t>
          </a:r>
          <a:endParaRPr lang="ru-RU" sz="1000" dirty="0" smtClean="0"/>
        </a:p>
        <a:p>
          <a:r>
            <a:rPr lang="ru-RU" sz="1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не переводится</a:t>
          </a:r>
          <a:endParaRPr lang="ru-RU" sz="1000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34FEB14-F283-4496-991F-47B28A5A0C1C}" type="parTrans" cxnId="{E4E173B0-2482-462C-9C40-C4C7C2352624}">
      <dgm:prSet/>
      <dgm:spPr/>
      <dgm:t>
        <a:bodyPr/>
        <a:lstStyle/>
        <a:p>
          <a:endParaRPr lang="ru-RU"/>
        </a:p>
      </dgm:t>
    </dgm:pt>
    <dgm:pt modelId="{28B577D2-B337-4546-AA96-8638751AEE91}" type="sibTrans" cxnId="{E4E173B0-2482-462C-9C40-C4C7C2352624}">
      <dgm:prSet/>
      <dgm:spPr/>
      <dgm:t>
        <a:bodyPr/>
        <a:lstStyle/>
        <a:p>
          <a:endParaRPr lang="ru-RU"/>
        </a:p>
      </dgm:t>
    </dgm:pt>
    <dgm:pt modelId="{2245FA50-E324-4BCD-A3EF-377891AC8749}">
      <dgm:prSet custT="1"/>
      <dgm:spPr/>
      <dgm:t>
        <a:bodyPr/>
        <a:lstStyle/>
        <a:p>
          <a:pPr>
            <a:lnSpc>
              <a:spcPct val="90000"/>
            </a:lnSpc>
            <a:spcAft>
              <a:spcPct val="35000"/>
            </a:spcAft>
          </a:pPr>
          <a:r>
            <a:rPr lang="en-US" sz="1000" b="1" dirty="0" smtClean="0"/>
            <a:t>have + </a:t>
          </a:r>
          <a:r>
            <a:rPr lang="en-US" sz="1000" b="1" dirty="0" err="1" smtClean="0"/>
            <a:t>Ved</a:t>
          </a:r>
          <a:r>
            <a:rPr lang="en-US" sz="1000" b="1" dirty="0" smtClean="0"/>
            <a:t>/V</a:t>
          </a:r>
          <a:r>
            <a:rPr lang="en-US" sz="1000" b="1" baseline="-25000" dirty="0" smtClean="0"/>
            <a:t>3</a:t>
          </a:r>
          <a:endParaRPr lang="en-US" sz="1000" b="1" baseline="0" dirty="0" smtClean="0"/>
        </a:p>
        <a:p>
          <a:pPr>
            <a:lnSpc>
              <a:spcPct val="90000"/>
            </a:lnSpc>
            <a:spcAft>
              <a:spcPct val="35000"/>
            </a:spcAft>
          </a:pPr>
          <a:r>
            <a:rPr lang="en-US" sz="1000" b="0" baseline="0" dirty="0" smtClean="0"/>
            <a:t>He </a:t>
          </a:r>
          <a:r>
            <a:rPr lang="en-US" sz="1000" b="1" baseline="0" dirty="0" smtClean="0"/>
            <a:t>has made </a:t>
          </a:r>
          <a:r>
            <a:rPr lang="en-US" sz="1000" b="0" baseline="0" dirty="0" smtClean="0"/>
            <a:t>an interesting experiment.</a:t>
          </a:r>
        </a:p>
        <a:p>
          <a:pPr>
            <a:lnSpc>
              <a:spcPct val="90000"/>
            </a:lnSpc>
            <a:spcAft>
              <a:spcPct val="35000"/>
            </a:spcAft>
          </a:pPr>
          <a:r>
            <a:rPr lang="ru-RU" sz="1000" b="0" baseline="0" dirty="0" smtClean="0"/>
            <a:t>Он </a:t>
          </a:r>
          <a:r>
            <a:rPr lang="ru-RU" sz="10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выполни</a:t>
          </a:r>
          <a:r>
            <a:rPr lang="ru-RU" sz="1000" b="0" baseline="0" dirty="0" smtClean="0"/>
            <a:t>л интересный </a:t>
          </a:r>
          <a:r>
            <a:rPr lang="ru-RU" sz="1000" b="0" baseline="0" dirty="0" err="1" smtClean="0"/>
            <a:t>зксперемент</a:t>
          </a:r>
          <a:r>
            <a:rPr lang="ru-RU" sz="1000" b="0" baseline="0" dirty="0" smtClean="0"/>
            <a:t>.</a:t>
          </a:r>
          <a:endParaRPr lang="en-US" sz="1000" b="0" baseline="0" dirty="0" smtClean="0"/>
        </a:p>
        <a:p>
          <a:pPr>
            <a:lnSpc>
              <a:spcPct val="90000"/>
            </a:lnSpc>
            <a:spcAft>
              <a:spcPct val="35000"/>
            </a:spcAft>
          </a:pPr>
          <a:endParaRPr lang="ru-RU" sz="500" b="1" baseline="0" dirty="0" smtClean="0"/>
        </a:p>
        <a:p>
          <a:pPr>
            <a:lnSpc>
              <a:spcPct val="90000"/>
            </a:lnSpc>
            <a:spcAft>
              <a:spcPct val="35000"/>
            </a:spcAft>
          </a:pPr>
          <a:r>
            <a:rPr lang="en-US" sz="1000" b="1" baseline="0" dirty="0" smtClean="0"/>
            <a:t>have + been + </a:t>
          </a:r>
          <a:r>
            <a:rPr lang="en-US" sz="1000" b="1" baseline="0" dirty="0" err="1" smtClean="0"/>
            <a:t>Ving</a:t>
          </a:r>
          <a:endParaRPr lang="ru-RU" sz="1000" b="1" baseline="0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000" b="0" baseline="0" dirty="0" smtClean="0"/>
            <a:t>We </a:t>
          </a:r>
          <a:r>
            <a:rPr lang="en-US" sz="1000" b="1" baseline="0" dirty="0" smtClean="0"/>
            <a:t>have been working</a:t>
          </a:r>
          <a:r>
            <a:rPr lang="en-US" sz="1000" b="0" baseline="0" dirty="0" smtClean="0"/>
            <a:t> since morning.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sz="1000" b="0" baseline="0" dirty="0" smtClean="0"/>
            <a:t>Мы</a:t>
          </a:r>
          <a:r>
            <a:rPr lang="ru-RU" sz="10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работаем </a:t>
          </a:r>
          <a:r>
            <a:rPr lang="ru-RU" sz="1000" b="0" baseline="0" dirty="0" smtClean="0"/>
            <a:t>с утра.</a:t>
          </a:r>
          <a:endParaRPr lang="en-US" sz="500" b="1" baseline="-25000" dirty="0" smtClean="0"/>
        </a:p>
      </dgm:t>
    </dgm:pt>
    <dgm:pt modelId="{99F38F12-2E00-456D-9A18-C4B47D48600E}" type="parTrans" cxnId="{3FB41EAD-E258-4D27-98D2-39BF998EA5A3}">
      <dgm:prSet/>
      <dgm:spPr/>
      <dgm:t>
        <a:bodyPr/>
        <a:lstStyle/>
        <a:p>
          <a:endParaRPr lang="ru-RU"/>
        </a:p>
      </dgm:t>
    </dgm:pt>
    <dgm:pt modelId="{C7A59631-EBE9-4AB2-B050-2D681931C5EC}" type="sibTrans" cxnId="{3FB41EAD-E258-4D27-98D2-39BF998EA5A3}">
      <dgm:prSet/>
      <dgm:spPr/>
      <dgm:t>
        <a:bodyPr/>
        <a:lstStyle/>
        <a:p>
          <a:endParaRPr lang="ru-RU"/>
        </a:p>
      </dgm:t>
    </dgm:pt>
    <dgm:pt modelId="{63BCB368-1861-44CA-BBC6-4CA42BBD51D9}">
      <dgm:prSet custT="1"/>
      <dgm:spPr/>
      <dgm:t>
        <a:bodyPr/>
        <a:lstStyle/>
        <a:p>
          <a:r>
            <a:rPr lang="ru-RU" sz="1000" dirty="0" smtClean="0"/>
            <a:t>перед </a:t>
          </a:r>
          <a:r>
            <a:rPr lang="en-US" sz="1000" dirty="0" smtClean="0"/>
            <a:t>to</a:t>
          </a:r>
          <a:endParaRPr lang="ru-RU" sz="1000" dirty="0" smtClean="0"/>
        </a:p>
        <a:p>
          <a:r>
            <a:rPr lang="ru-RU" sz="1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должен , приходится</a:t>
          </a:r>
          <a:r>
            <a:rPr lang="ru-RU" sz="1000" dirty="0" smtClean="0"/>
            <a:t> </a:t>
          </a:r>
          <a:endParaRPr lang="ru-RU" sz="1000" dirty="0"/>
        </a:p>
      </dgm:t>
    </dgm:pt>
    <dgm:pt modelId="{2397585B-1582-4602-84D0-B30A8C15A644}" type="parTrans" cxnId="{7F1B6969-4EF8-4A6B-B339-20EC1352217F}">
      <dgm:prSet/>
      <dgm:spPr/>
      <dgm:t>
        <a:bodyPr/>
        <a:lstStyle/>
        <a:p>
          <a:endParaRPr lang="ru-RU"/>
        </a:p>
      </dgm:t>
    </dgm:pt>
    <dgm:pt modelId="{0A4B4CDE-9031-439B-9DC9-67591FB17A4A}" type="sibTrans" cxnId="{7F1B6969-4EF8-4A6B-B339-20EC1352217F}">
      <dgm:prSet/>
      <dgm:spPr/>
      <dgm:t>
        <a:bodyPr/>
        <a:lstStyle/>
        <a:p>
          <a:endParaRPr lang="ru-RU"/>
        </a:p>
      </dgm:t>
    </dgm:pt>
    <dgm:pt modelId="{10B46B12-99DA-4E78-AB5A-6D1AD980DA48}">
      <dgm:prSet custT="1"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050" b="1" dirty="0" smtClean="0"/>
            <a:t>have to</a:t>
          </a:r>
          <a:endParaRPr lang="ru-RU" sz="1050" b="1" dirty="0" smtClean="0"/>
        </a:p>
        <a:p>
          <a:pPr defTabSz="3556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sz="1050" dirty="0" smtClean="0"/>
            <a:t>They </a:t>
          </a:r>
          <a:r>
            <a:rPr lang="en-US" sz="1050" b="1" dirty="0" smtClean="0"/>
            <a:t>have to </a:t>
          </a:r>
          <a:r>
            <a:rPr lang="en-US" sz="1050" dirty="0" smtClean="0"/>
            <a:t>make this experiment.</a:t>
          </a:r>
        </a:p>
        <a:p>
          <a:pPr defTabSz="3556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050" dirty="0" smtClean="0"/>
            <a:t>Им </a:t>
          </a:r>
          <a:r>
            <a:rPr lang="ru-RU" sz="105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придётся</a:t>
          </a:r>
          <a:r>
            <a:rPr lang="ru-RU" sz="1050" dirty="0" smtClean="0"/>
            <a:t> провести этот эксперимент. </a:t>
          </a:r>
          <a:r>
            <a:rPr lang="en-US" sz="1050" dirty="0" smtClean="0"/>
            <a:t> </a:t>
          </a:r>
          <a:endParaRPr lang="ru-RU" sz="1050" dirty="0"/>
        </a:p>
      </dgm:t>
    </dgm:pt>
    <dgm:pt modelId="{72AEEEC0-6858-4668-BF7C-13CB32C6C040}" type="parTrans" cxnId="{1DA5C581-9AD6-4978-A978-F163CDD1E902}">
      <dgm:prSet/>
      <dgm:spPr/>
      <dgm:t>
        <a:bodyPr/>
        <a:lstStyle/>
        <a:p>
          <a:endParaRPr lang="ru-RU"/>
        </a:p>
      </dgm:t>
    </dgm:pt>
    <dgm:pt modelId="{744CF903-03F2-45A8-BD12-CE2B16A11A4F}" type="sibTrans" cxnId="{1DA5C581-9AD6-4978-A978-F163CDD1E902}">
      <dgm:prSet/>
      <dgm:spPr/>
      <dgm:t>
        <a:bodyPr/>
        <a:lstStyle/>
        <a:p>
          <a:endParaRPr lang="ru-RU"/>
        </a:p>
      </dgm:t>
    </dgm:pt>
    <dgm:pt modelId="{03D3CCEF-4BE1-4CFC-AF86-4D8FB4C8A853}" type="pres">
      <dgm:prSet presAssocID="{12A5CA53-4ACF-4802-8A06-CBF3CAAC1B4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30F3B3F-1976-4CEF-A892-4CFBC16F9729}" type="pres">
      <dgm:prSet presAssocID="{D4F63B6F-29AC-4ED2-B3AC-6C901EDD1E69}" presName="root1" presStyleCnt="0"/>
      <dgm:spPr/>
    </dgm:pt>
    <dgm:pt modelId="{979A9F9F-6D13-492A-9F2B-5A364E162FB6}" type="pres">
      <dgm:prSet presAssocID="{D4F63B6F-29AC-4ED2-B3AC-6C901EDD1E69}" presName="LevelOneTextNode" presStyleLbl="node0" presStyleIdx="0" presStyleCnt="1" custScaleX="4635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AD527B2-9701-4F31-8BCA-316BA9C5E5D7}" type="pres">
      <dgm:prSet presAssocID="{D4F63B6F-29AC-4ED2-B3AC-6C901EDD1E69}" presName="level2hierChild" presStyleCnt="0"/>
      <dgm:spPr/>
    </dgm:pt>
    <dgm:pt modelId="{BEAAA359-2A17-49A3-82EB-739B6856E4E3}" type="pres">
      <dgm:prSet presAssocID="{3C7568D2-46AE-4ED0-AE6B-6252E52E3F58}" presName="conn2-1" presStyleLbl="parChTrans1D2" presStyleIdx="0" presStyleCnt="3"/>
      <dgm:spPr/>
      <dgm:t>
        <a:bodyPr/>
        <a:lstStyle/>
        <a:p>
          <a:endParaRPr lang="ru-RU"/>
        </a:p>
      </dgm:t>
    </dgm:pt>
    <dgm:pt modelId="{CBBC8060-D992-441B-8F91-A3EFB5E14CE5}" type="pres">
      <dgm:prSet presAssocID="{3C7568D2-46AE-4ED0-AE6B-6252E52E3F58}" presName="connTx" presStyleLbl="parChTrans1D2" presStyleIdx="0" presStyleCnt="3"/>
      <dgm:spPr/>
      <dgm:t>
        <a:bodyPr/>
        <a:lstStyle/>
        <a:p>
          <a:endParaRPr lang="ru-RU"/>
        </a:p>
      </dgm:t>
    </dgm:pt>
    <dgm:pt modelId="{C8BC5857-6398-4455-BAA6-06B4C88C2E9A}" type="pres">
      <dgm:prSet presAssocID="{B84842E8-94D8-41B9-AA68-2682EBFD9FB7}" presName="root2" presStyleCnt="0"/>
      <dgm:spPr/>
    </dgm:pt>
    <dgm:pt modelId="{A2861469-7508-4E25-9ED8-0826B853DBA9}" type="pres">
      <dgm:prSet presAssocID="{B84842E8-94D8-41B9-AA68-2682EBFD9FB7}" presName="LevelTwoTextNode" presStyleLbl="node2" presStyleIdx="0" presStyleCnt="3" custScaleX="98310" custLinFactNeighborX="-20082" custLinFactNeighborY="-4786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966C1E6-E783-491C-B65E-C5C62E42E46A}" type="pres">
      <dgm:prSet presAssocID="{B84842E8-94D8-41B9-AA68-2682EBFD9FB7}" presName="level3hierChild" presStyleCnt="0"/>
      <dgm:spPr/>
    </dgm:pt>
    <dgm:pt modelId="{ECDE70AA-F3C6-4CEA-B50D-AC75C9D2E4DD}" type="pres">
      <dgm:prSet presAssocID="{6F1E4144-3325-461D-BCF2-E9C2316E82E0}" presName="conn2-1" presStyleLbl="parChTrans1D3" presStyleIdx="0" presStyleCnt="3"/>
      <dgm:spPr/>
      <dgm:t>
        <a:bodyPr/>
        <a:lstStyle/>
        <a:p>
          <a:endParaRPr lang="ru-RU"/>
        </a:p>
      </dgm:t>
    </dgm:pt>
    <dgm:pt modelId="{EC714F85-921D-4608-99AB-3C6AC2FF3D58}" type="pres">
      <dgm:prSet presAssocID="{6F1E4144-3325-461D-BCF2-E9C2316E82E0}" presName="connTx" presStyleLbl="parChTrans1D3" presStyleIdx="0" presStyleCnt="3"/>
      <dgm:spPr/>
      <dgm:t>
        <a:bodyPr/>
        <a:lstStyle/>
        <a:p>
          <a:endParaRPr lang="ru-RU"/>
        </a:p>
      </dgm:t>
    </dgm:pt>
    <dgm:pt modelId="{696F1200-0F5D-4A2F-80E9-7FB8BF8EAC16}" type="pres">
      <dgm:prSet presAssocID="{8B03491D-1BE5-44A1-B75F-5EF96959C2AE}" presName="root2" presStyleCnt="0"/>
      <dgm:spPr/>
    </dgm:pt>
    <dgm:pt modelId="{4951981A-372E-47D4-BC50-1F8238AAB045}" type="pres">
      <dgm:prSet presAssocID="{8B03491D-1BE5-44A1-B75F-5EF96959C2AE}" presName="LevelTwoTextNode" presStyleLbl="node3" presStyleIdx="0" presStyleCnt="3" custScaleX="88649" custScaleY="147633" custLinFactNeighborX="-2053" custLinFactNeighborY="-4786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362D75E-1B8E-494A-89C8-46413021A630}" type="pres">
      <dgm:prSet presAssocID="{8B03491D-1BE5-44A1-B75F-5EF96959C2AE}" presName="level3hierChild" presStyleCnt="0"/>
      <dgm:spPr/>
    </dgm:pt>
    <dgm:pt modelId="{766D0B1F-583F-47B1-A662-B8E63E45C908}" type="pres">
      <dgm:prSet presAssocID="{280D74DE-8DA9-4418-8A85-29FBF6F79B19}" presName="conn2-1" presStyleLbl="parChTrans1D4" presStyleIdx="0" presStyleCnt="3"/>
      <dgm:spPr/>
      <dgm:t>
        <a:bodyPr/>
        <a:lstStyle/>
        <a:p>
          <a:endParaRPr lang="ru-RU"/>
        </a:p>
      </dgm:t>
    </dgm:pt>
    <dgm:pt modelId="{DBE6A3DC-0100-4195-B140-290103669EE8}" type="pres">
      <dgm:prSet presAssocID="{280D74DE-8DA9-4418-8A85-29FBF6F79B19}" presName="connTx" presStyleLbl="parChTrans1D4" presStyleIdx="0" presStyleCnt="3"/>
      <dgm:spPr/>
      <dgm:t>
        <a:bodyPr/>
        <a:lstStyle/>
        <a:p>
          <a:endParaRPr lang="ru-RU"/>
        </a:p>
      </dgm:t>
    </dgm:pt>
    <dgm:pt modelId="{E411733A-28FF-403E-9CE7-3821873CE6A8}" type="pres">
      <dgm:prSet presAssocID="{DBCC8A23-06A7-49BC-86D7-D3D2D31A9E18}" presName="root2" presStyleCnt="0"/>
      <dgm:spPr/>
    </dgm:pt>
    <dgm:pt modelId="{BBECC775-FD7E-43E7-BA68-4A563591B2BB}" type="pres">
      <dgm:prSet presAssocID="{DBCC8A23-06A7-49BC-86D7-D3D2D31A9E18}" presName="LevelTwoTextNode" presStyleLbl="node4" presStyleIdx="0" presStyleCnt="3" custScaleX="195685" custScaleY="160844" custLinFactNeighborX="-6067" custLinFactNeighborY="-4786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6F9DE36-0BE6-4255-A15E-BE9A5BEBE188}" type="pres">
      <dgm:prSet presAssocID="{DBCC8A23-06A7-49BC-86D7-D3D2D31A9E18}" presName="level3hierChild" presStyleCnt="0"/>
      <dgm:spPr/>
    </dgm:pt>
    <dgm:pt modelId="{AA8E896F-F9A3-492C-AFB5-B0B667A9D434}" type="pres">
      <dgm:prSet presAssocID="{461F93A6-C5F5-4DD7-AB73-A119595A76D1}" presName="conn2-1" presStyleLbl="parChTrans1D2" presStyleIdx="1" presStyleCnt="3"/>
      <dgm:spPr/>
      <dgm:t>
        <a:bodyPr/>
        <a:lstStyle/>
        <a:p>
          <a:endParaRPr lang="ru-RU"/>
        </a:p>
      </dgm:t>
    </dgm:pt>
    <dgm:pt modelId="{C185ACE0-0FFE-430F-852E-86920D1CB0C8}" type="pres">
      <dgm:prSet presAssocID="{461F93A6-C5F5-4DD7-AB73-A119595A76D1}" presName="connTx" presStyleLbl="parChTrans1D2" presStyleIdx="1" presStyleCnt="3"/>
      <dgm:spPr/>
      <dgm:t>
        <a:bodyPr/>
        <a:lstStyle/>
        <a:p>
          <a:endParaRPr lang="ru-RU"/>
        </a:p>
      </dgm:t>
    </dgm:pt>
    <dgm:pt modelId="{A5DB96B5-33BF-4122-BA50-7FC86A3B471F}" type="pres">
      <dgm:prSet presAssocID="{8E98DFA2-5718-4130-B498-8BE77937F90A}" presName="root2" presStyleCnt="0"/>
      <dgm:spPr/>
    </dgm:pt>
    <dgm:pt modelId="{2DD5AFF6-397B-4C6A-B39B-CA53C647266F}" type="pres">
      <dgm:prSet presAssocID="{8E98DFA2-5718-4130-B498-8BE77937F90A}" presName="LevelTwoTextNode" presStyleLbl="node2" presStyleIdx="1" presStyleCnt="3" custScaleX="104633" custLinFactNeighborX="-20082" custLinFactNeighborY="-321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CE0235B-5A13-4DBC-8313-5D2E57735872}" type="pres">
      <dgm:prSet presAssocID="{8E98DFA2-5718-4130-B498-8BE77937F90A}" presName="level3hierChild" presStyleCnt="0"/>
      <dgm:spPr/>
    </dgm:pt>
    <dgm:pt modelId="{7CA16EAF-6817-40EC-832E-A4956DA01040}" type="pres">
      <dgm:prSet presAssocID="{734FEB14-F283-4496-991F-47B28A5A0C1C}" presName="conn2-1" presStyleLbl="parChTrans1D3" presStyleIdx="1" presStyleCnt="3"/>
      <dgm:spPr/>
      <dgm:t>
        <a:bodyPr/>
        <a:lstStyle/>
        <a:p>
          <a:endParaRPr lang="ru-RU"/>
        </a:p>
      </dgm:t>
    </dgm:pt>
    <dgm:pt modelId="{9EA387B6-75C8-4C14-98DE-FCDA716187B8}" type="pres">
      <dgm:prSet presAssocID="{734FEB14-F283-4496-991F-47B28A5A0C1C}" presName="connTx" presStyleLbl="parChTrans1D3" presStyleIdx="1" presStyleCnt="3"/>
      <dgm:spPr/>
      <dgm:t>
        <a:bodyPr/>
        <a:lstStyle/>
        <a:p>
          <a:endParaRPr lang="ru-RU"/>
        </a:p>
      </dgm:t>
    </dgm:pt>
    <dgm:pt modelId="{0386987C-5089-47C1-87C3-04F53464DF8D}" type="pres">
      <dgm:prSet presAssocID="{A26FB35F-1B46-4AE7-A8F8-E87CB626F39D}" presName="root2" presStyleCnt="0"/>
      <dgm:spPr/>
    </dgm:pt>
    <dgm:pt modelId="{CB66DC6F-CF5E-4C7D-8ACF-1848C1DCA832}" type="pres">
      <dgm:prSet presAssocID="{A26FB35F-1B46-4AE7-A8F8-E87CB626F39D}" presName="LevelTwoTextNode" presStyleLbl="node3" presStyleIdx="1" presStyleCnt="3" custScaleX="90805" custScaleY="152285" custLinFactNeighborX="-2649" custLinFactNeighborY="-321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3CAEB7A-68CB-4164-AD1A-894BF0C22D5B}" type="pres">
      <dgm:prSet presAssocID="{A26FB35F-1B46-4AE7-A8F8-E87CB626F39D}" presName="level3hierChild" presStyleCnt="0"/>
      <dgm:spPr/>
    </dgm:pt>
    <dgm:pt modelId="{43C838D8-D22E-44A1-B20B-5D6265C8D118}" type="pres">
      <dgm:prSet presAssocID="{99F38F12-2E00-456D-9A18-C4B47D48600E}" presName="conn2-1" presStyleLbl="parChTrans1D4" presStyleIdx="1" presStyleCnt="3"/>
      <dgm:spPr/>
      <dgm:t>
        <a:bodyPr/>
        <a:lstStyle/>
        <a:p>
          <a:endParaRPr lang="ru-RU"/>
        </a:p>
      </dgm:t>
    </dgm:pt>
    <dgm:pt modelId="{CB45D1C8-93A6-498E-BBE4-6031AA6D39C3}" type="pres">
      <dgm:prSet presAssocID="{99F38F12-2E00-456D-9A18-C4B47D48600E}" presName="connTx" presStyleLbl="parChTrans1D4" presStyleIdx="1" presStyleCnt="3"/>
      <dgm:spPr/>
      <dgm:t>
        <a:bodyPr/>
        <a:lstStyle/>
        <a:p>
          <a:endParaRPr lang="ru-RU"/>
        </a:p>
      </dgm:t>
    </dgm:pt>
    <dgm:pt modelId="{5D09691F-AC6B-4CF3-80ED-EA500C9D2775}" type="pres">
      <dgm:prSet presAssocID="{2245FA50-E324-4BCD-A3EF-377891AC8749}" presName="root2" presStyleCnt="0"/>
      <dgm:spPr/>
    </dgm:pt>
    <dgm:pt modelId="{97971C19-DA93-4017-876E-0C893190C6AE}" type="pres">
      <dgm:prSet presAssocID="{2245FA50-E324-4BCD-A3EF-377891AC8749}" presName="LevelTwoTextNode" presStyleLbl="node4" presStyleIdx="1" presStyleCnt="3" custScaleX="187918" custScaleY="166993" custLinFactNeighborX="-1877" custLinFactNeighborY="-321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BD9D7D9-6DBC-4818-AA85-B2489686AF9C}" type="pres">
      <dgm:prSet presAssocID="{2245FA50-E324-4BCD-A3EF-377891AC8749}" presName="level3hierChild" presStyleCnt="0"/>
      <dgm:spPr/>
    </dgm:pt>
    <dgm:pt modelId="{94794D1D-5818-454A-9130-9F53FE19EF3E}" type="pres">
      <dgm:prSet presAssocID="{EDE96304-3EEF-4842-B6F7-29F79F34BABC}" presName="conn2-1" presStyleLbl="parChTrans1D2" presStyleIdx="2" presStyleCnt="3"/>
      <dgm:spPr/>
      <dgm:t>
        <a:bodyPr/>
        <a:lstStyle/>
        <a:p>
          <a:endParaRPr lang="ru-RU"/>
        </a:p>
      </dgm:t>
    </dgm:pt>
    <dgm:pt modelId="{14C01969-88F1-4B32-B66C-38172E89EA4A}" type="pres">
      <dgm:prSet presAssocID="{EDE96304-3EEF-4842-B6F7-29F79F34BABC}" presName="connTx" presStyleLbl="parChTrans1D2" presStyleIdx="2" presStyleCnt="3"/>
      <dgm:spPr/>
      <dgm:t>
        <a:bodyPr/>
        <a:lstStyle/>
        <a:p>
          <a:endParaRPr lang="ru-RU"/>
        </a:p>
      </dgm:t>
    </dgm:pt>
    <dgm:pt modelId="{1808F73A-3859-47DA-9D26-740AE322CCD8}" type="pres">
      <dgm:prSet presAssocID="{F7AEE637-C173-45B0-853F-6821AA3D8DD5}" presName="root2" presStyleCnt="0"/>
      <dgm:spPr/>
    </dgm:pt>
    <dgm:pt modelId="{B35DF259-0BC2-4A01-BBC3-C03718EBA6BB}" type="pres">
      <dgm:prSet presAssocID="{F7AEE637-C173-45B0-853F-6821AA3D8DD5}" presName="LevelTwoTextNode" presStyleLbl="node2" presStyleIdx="2" presStyleCnt="3" custScaleX="98578" custLinFactNeighborX="-15647" custLinFactNeighborY="3256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7A7CD8E-5B9B-4452-AB1A-4BB0B87EF2C1}" type="pres">
      <dgm:prSet presAssocID="{F7AEE637-C173-45B0-853F-6821AA3D8DD5}" presName="level3hierChild" presStyleCnt="0"/>
      <dgm:spPr/>
    </dgm:pt>
    <dgm:pt modelId="{D3E2574E-2025-43DC-85D5-353E1639CFEC}" type="pres">
      <dgm:prSet presAssocID="{2397585B-1582-4602-84D0-B30A8C15A644}" presName="conn2-1" presStyleLbl="parChTrans1D3" presStyleIdx="2" presStyleCnt="3"/>
      <dgm:spPr/>
      <dgm:t>
        <a:bodyPr/>
        <a:lstStyle/>
        <a:p>
          <a:endParaRPr lang="ru-RU"/>
        </a:p>
      </dgm:t>
    </dgm:pt>
    <dgm:pt modelId="{3FDF737E-1266-4CEF-A112-914DD97E8577}" type="pres">
      <dgm:prSet presAssocID="{2397585B-1582-4602-84D0-B30A8C15A644}" presName="connTx" presStyleLbl="parChTrans1D3" presStyleIdx="2" presStyleCnt="3"/>
      <dgm:spPr/>
      <dgm:t>
        <a:bodyPr/>
        <a:lstStyle/>
        <a:p>
          <a:endParaRPr lang="ru-RU"/>
        </a:p>
      </dgm:t>
    </dgm:pt>
    <dgm:pt modelId="{3EF9752C-CDDF-4C92-BC3C-C3446A0ECF5C}" type="pres">
      <dgm:prSet presAssocID="{63BCB368-1861-44CA-BBC6-4CA42BBD51D9}" presName="root2" presStyleCnt="0"/>
      <dgm:spPr/>
    </dgm:pt>
    <dgm:pt modelId="{67AE4D55-17E6-4929-9003-E679C39D1073}" type="pres">
      <dgm:prSet presAssocID="{63BCB368-1861-44CA-BBC6-4CA42BBD51D9}" presName="LevelTwoTextNode" presStyleLbl="node3" presStyleIdx="2" presStyleCnt="3" custScaleX="92317" custScaleY="146440" custLinFactNeighborX="-1018" custLinFactNeighborY="3256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6F150BB-20CA-4F0F-891B-49F5D6BC674D}" type="pres">
      <dgm:prSet presAssocID="{63BCB368-1861-44CA-BBC6-4CA42BBD51D9}" presName="level3hierChild" presStyleCnt="0"/>
      <dgm:spPr/>
    </dgm:pt>
    <dgm:pt modelId="{DA1BD843-1E90-436A-A334-53CF1E51C253}" type="pres">
      <dgm:prSet presAssocID="{72AEEEC0-6858-4668-BF7C-13CB32C6C040}" presName="conn2-1" presStyleLbl="parChTrans1D4" presStyleIdx="2" presStyleCnt="3"/>
      <dgm:spPr/>
      <dgm:t>
        <a:bodyPr/>
        <a:lstStyle/>
        <a:p>
          <a:endParaRPr lang="ru-RU"/>
        </a:p>
      </dgm:t>
    </dgm:pt>
    <dgm:pt modelId="{30EAE11F-D6F3-49B2-82C8-37B2AEF27C06}" type="pres">
      <dgm:prSet presAssocID="{72AEEEC0-6858-4668-BF7C-13CB32C6C040}" presName="connTx" presStyleLbl="parChTrans1D4" presStyleIdx="2" presStyleCnt="3"/>
      <dgm:spPr/>
      <dgm:t>
        <a:bodyPr/>
        <a:lstStyle/>
        <a:p>
          <a:endParaRPr lang="ru-RU"/>
        </a:p>
      </dgm:t>
    </dgm:pt>
    <dgm:pt modelId="{31A79F18-AFB9-40B2-B98D-8449099B79E4}" type="pres">
      <dgm:prSet presAssocID="{10B46B12-99DA-4E78-AB5A-6D1AD980DA48}" presName="root2" presStyleCnt="0"/>
      <dgm:spPr/>
    </dgm:pt>
    <dgm:pt modelId="{4BD6AB6D-3D4F-4CDE-8E6B-7A821A109FF0}" type="pres">
      <dgm:prSet presAssocID="{10B46B12-99DA-4E78-AB5A-6D1AD980DA48}" presName="LevelTwoTextNode" presStyleLbl="node4" presStyleIdx="2" presStyleCnt="3" custScaleX="189617" custScaleY="159226" custLinFactNeighborX="1353" custLinFactNeighborY="3256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C8FCD52-E582-4348-8478-4DE2EA0FC9D1}" type="pres">
      <dgm:prSet presAssocID="{10B46B12-99DA-4E78-AB5A-6D1AD980DA48}" presName="level3hierChild" presStyleCnt="0"/>
      <dgm:spPr/>
    </dgm:pt>
  </dgm:ptLst>
  <dgm:cxnLst>
    <dgm:cxn modelId="{019C770D-BF9E-477A-8364-73A2FBB5C251}" type="presOf" srcId="{734FEB14-F283-4496-991F-47B28A5A0C1C}" destId="{9EA387B6-75C8-4C14-98DE-FCDA716187B8}" srcOrd="1" destOrd="0" presId="urn:microsoft.com/office/officeart/2005/8/layout/hierarchy2"/>
    <dgm:cxn modelId="{EDE5E9C8-8C15-4A08-AE1C-193260A27FEE}" srcId="{D4F63B6F-29AC-4ED2-B3AC-6C901EDD1E69}" destId="{F7AEE637-C173-45B0-853F-6821AA3D8DD5}" srcOrd="2" destOrd="0" parTransId="{EDE96304-3EEF-4842-B6F7-29F79F34BABC}" sibTransId="{874D2E95-A531-42DF-BC81-815B4BF9DEC3}"/>
    <dgm:cxn modelId="{068F9DA0-655F-4A4B-B40B-6B9A2069B04E}" type="presOf" srcId="{461F93A6-C5F5-4DD7-AB73-A119595A76D1}" destId="{AA8E896F-F9A3-492C-AFB5-B0B667A9D434}" srcOrd="0" destOrd="0" presId="urn:microsoft.com/office/officeart/2005/8/layout/hierarchy2"/>
    <dgm:cxn modelId="{407478FC-BB5C-4DC5-89B6-217B6ABBAF8B}" srcId="{B84842E8-94D8-41B9-AA68-2682EBFD9FB7}" destId="{8B03491D-1BE5-44A1-B75F-5EF96959C2AE}" srcOrd="0" destOrd="0" parTransId="{6F1E4144-3325-461D-BCF2-E9C2316E82E0}" sibTransId="{4B778793-71A4-4AD6-A06B-D7C88D8477F3}"/>
    <dgm:cxn modelId="{47438581-D5BF-41A2-8DF6-7FE8AD14AB2D}" type="presOf" srcId="{6F1E4144-3325-461D-BCF2-E9C2316E82E0}" destId="{ECDE70AA-F3C6-4CEA-B50D-AC75C9D2E4DD}" srcOrd="0" destOrd="0" presId="urn:microsoft.com/office/officeart/2005/8/layout/hierarchy2"/>
    <dgm:cxn modelId="{DAF975AA-867C-4D0E-9427-73B1CF75467D}" type="presOf" srcId="{2245FA50-E324-4BCD-A3EF-377891AC8749}" destId="{97971C19-DA93-4017-876E-0C893190C6AE}" srcOrd="0" destOrd="0" presId="urn:microsoft.com/office/officeart/2005/8/layout/hierarchy2"/>
    <dgm:cxn modelId="{94A36673-67D2-460A-A72E-44277B83402E}" type="presOf" srcId="{B84842E8-94D8-41B9-AA68-2682EBFD9FB7}" destId="{A2861469-7508-4E25-9ED8-0826B853DBA9}" srcOrd="0" destOrd="0" presId="urn:microsoft.com/office/officeart/2005/8/layout/hierarchy2"/>
    <dgm:cxn modelId="{03603461-338E-40FF-9054-01DD36943ECE}" type="presOf" srcId="{D4F63B6F-29AC-4ED2-B3AC-6C901EDD1E69}" destId="{979A9F9F-6D13-492A-9F2B-5A364E162FB6}" srcOrd="0" destOrd="0" presId="urn:microsoft.com/office/officeart/2005/8/layout/hierarchy2"/>
    <dgm:cxn modelId="{852D93D2-293D-4B73-803F-09A479514EF9}" type="presOf" srcId="{F7AEE637-C173-45B0-853F-6821AA3D8DD5}" destId="{B35DF259-0BC2-4A01-BBC3-C03718EBA6BB}" srcOrd="0" destOrd="0" presId="urn:microsoft.com/office/officeart/2005/8/layout/hierarchy2"/>
    <dgm:cxn modelId="{BDDDAD1C-FC7F-4B29-8BA7-E5729ADDFA06}" type="presOf" srcId="{DBCC8A23-06A7-49BC-86D7-D3D2D31A9E18}" destId="{BBECC775-FD7E-43E7-BA68-4A563591B2BB}" srcOrd="0" destOrd="0" presId="urn:microsoft.com/office/officeart/2005/8/layout/hierarchy2"/>
    <dgm:cxn modelId="{0255A169-ABDB-40BA-85C6-F67B7D7D2BC6}" type="presOf" srcId="{280D74DE-8DA9-4418-8A85-29FBF6F79B19}" destId="{766D0B1F-583F-47B1-A662-B8E63E45C908}" srcOrd="0" destOrd="0" presId="urn:microsoft.com/office/officeart/2005/8/layout/hierarchy2"/>
    <dgm:cxn modelId="{F451E556-7139-415D-83BD-964534C8513D}" type="presOf" srcId="{99F38F12-2E00-456D-9A18-C4B47D48600E}" destId="{CB45D1C8-93A6-498E-BBE4-6031AA6D39C3}" srcOrd="1" destOrd="0" presId="urn:microsoft.com/office/officeart/2005/8/layout/hierarchy2"/>
    <dgm:cxn modelId="{5157CDFC-E75D-4A10-A092-BCB5F794B9F4}" type="presOf" srcId="{3C7568D2-46AE-4ED0-AE6B-6252E52E3F58}" destId="{CBBC8060-D992-441B-8F91-A3EFB5E14CE5}" srcOrd="1" destOrd="0" presId="urn:microsoft.com/office/officeart/2005/8/layout/hierarchy2"/>
    <dgm:cxn modelId="{E406E924-CA8D-45A0-BE87-A4E8403C5BB7}" type="presOf" srcId="{2397585B-1582-4602-84D0-B30A8C15A644}" destId="{D3E2574E-2025-43DC-85D5-353E1639CFEC}" srcOrd="0" destOrd="0" presId="urn:microsoft.com/office/officeart/2005/8/layout/hierarchy2"/>
    <dgm:cxn modelId="{539197AC-89C5-4FDD-97FC-00CCB12C837F}" type="presOf" srcId="{99F38F12-2E00-456D-9A18-C4B47D48600E}" destId="{43C838D8-D22E-44A1-B20B-5D6265C8D118}" srcOrd="0" destOrd="0" presId="urn:microsoft.com/office/officeart/2005/8/layout/hierarchy2"/>
    <dgm:cxn modelId="{D32E0597-4864-4528-BB80-41A10F2DFB60}" srcId="{D4F63B6F-29AC-4ED2-B3AC-6C901EDD1E69}" destId="{B84842E8-94D8-41B9-AA68-2682EBFD9FB7}" srcOrd="0" destOrd="0" parTransId="{3C7568D2-46AE-4ED0-AE6B-6252E52E3F58}" sibTransId="{B5AFACED-8E9F-484B-BC65-F00B1DAC7D23}"/>
    <dgm:cxn modelId="{3B7AD08D-D04D-449C-87EA-C6D5FF06ACD1}" type="presOf" srcId="{72AEEEC0-6858-4668-BF7C-13CB32C6C040}" destId="{DA1BD843-1E90-436A-A334-53CF1E51C253}" srcOrd="0" destOrd="0" presId="urn:microsoft.com/office/officeart/2005/8/layout/hierarchy2"/>
    <dgm:cxn modelId="{7F1B6969-4EF8-4A6B-B339-20EC1352217F}" srcId="{F7AEE637-C173-45B0-853F-6821AA3D8DD5}" destId="{63BCB368-1861-44CA-BBC6-4CA42BBD51D9}" srcOrd="0" destOrd="0" parTransId="{2397585B-1582-4602-84D0-B30A8C15A644}" sibTransId="{0A4B4CDE-9031-439B-9DC9-67591FB17A4A}"/>
    <dgm:cxn modelId="{49EDE608-DD5C-4C65-BC45-071CF4818714}" type="presOf" srcId="{12A5CA53-4ACF-4802-8A06-CBF3CAAC1B4D}" destId="{03D3CCEF-4BE1-4CFC-AF86-4D8FB4C8A853}" srcOrd="0" destOrd="0" presId="urn:microsoft.com/office/officeart/2005/8/layout/hierarchy2"/>
    <dgm:cxn modelId="{422AE436-8558-4B9B-9F66-2BCFA0015720}" type="presOf" srcId="{734FEB14-F283-4496-991F-47B28A5A0C1C}" destId="{7CA16EAF-6817-40EC-832E-A4956DA01040}" srcOrd="0" destOrd="0" presId="urn:microsoft.com/office/officeart/2005/8/layout/hierarchy2"/>
    <dgm:cxn modelId="{7B81FD6B-28F1-49E1-8860-4CE8F711C99D}" type="presOf" srcId="{3C7568D2-46AE-4ED0-AE6B-6252E52E3F58}" destId="{BEAAA359-2A17-49A3-82EB-739B6856E4E3}" srcOrd="0" destOrd="0" presId="urn:microsoft.com/office/officeart/2005/8/layout/hierarchy2"/>
    <dgm:cxn modelId="{14799574-5BE4-4F66-A971-1444E77135E0}" type="presOf" srcId="{A26FB35F-1B46-4AE7-A8F8-E87CB626F39D}" destId="{CB66DC6F-CF5E-4C7D-8ACF-1848C1DCA832}" srcOrd="0" destOrd="0" presId="urn:microsoft.com/office/officeart/2005/8/layout/hierarchy2"/>
    <dgm:cxn modelId="{6DFEF800-1105-4D4D-B7A5-2C766111D27F}" type="presOf" srcId="{63BCB368-1861-44CA-BBC6-4CA42BBD51D9}" destId="{67AE4D55-17E6-4929-9003-E679C39D1073}" srcOrd="0" destOrd="0" presId="urn:microsoft.com/office/officeart/2005/8/layout/hierarchy2"/>
    <dgm:cxn modelId="{2A8FC610-7D37-4320-8C52-430DAD30EAC6}" type="presOf" srcId="{10B46B12-99DA-4E78-AB5A-6D1AD980DA48}" destId="{4BD6AB6D-3D4F-4CDE-8E6B-7A821A109FF0}" srcOrd="0" destOrd="0" presId="urn:microsoft.com/office/officeart/2005/8/layout/hierarchy2"/>
    <dgm:cxn modelId="{1DA5C581-9AD6-4978-A978-F163CDD1E902}" srcId="{63BCB368-1861-44CA-BBC6-4CA42BBD51D9}" destId="{10B46B12-99DA-4E78-AB5A-6D1AD980DA48}" srcOrd="0" destOrd="0" parTransId="{72AEEEC0-6858-4668-BF7C-13CB32C6C040}" sibTransId="{744CF903-03F2-45A8-BD12-CE2B16A11A4F}"/>
    <dgm:cxn modelId="{EBDB9438-9F8B-4F7A-B511-3905B76FBBEE}" type="presOf" srcId="{8B03491D-1BE5-44A1-B75F-5EF96959C2AE}" destId="{4951981A-372E-47D4-BC50-1F8238AAB045}" srcOrd="0" destOrd="0" presId="urn:microsoft.com/office/officeart/2005/8/layout/hierarchy2"/>
    <dgm:cxn modelId="{6058550C-8BA8-47AC-B1CC-DF64000E49FA}" srcId="{12A5CA53-4ACF-4802-8A06-CBF3CAAC1B4D}" destId="{D4F63B6F-29AC-4ED2-B3AC-6C901EDD1E69}" srcOrd="0" destOrd="0" parTransId="{E15B62BF-5D28-4B2E-AD8A-BF16D8F04CA9}" sibTransId="{D301EC9E-C1F9-4CC1-9CA3-2E088B001B10}"/>
    <dgm:cxn modelId="{4E776EB0-E184-412B-B98A-150F37974B1E}" type="presOf" srcId="{6F1E4144-3325-461D-BCF2-E9C2316E82E0}" destId="{EC714F85-921D-4608-99AB-3C6AC2FF3D58}" srcOrd="1" destOrd="0" presId="urn:microsoft.com/office/officeart/2005/8/layout/hierarchy2"/>
    <dgm:cxn modelId="{F6A3F22C-70DC-4316-85CD-6F096652C603}" type="presOf" srcId="{461F93A6-C5F5-4DD7-AB73-A119595A76D1}" destId="{C185ACE0-0FFE-430F-852E-86920D1CB0C8}" srcOrd="1" destOrd="0" presId="urn:microsoft.com/office/officeart/2005/8/layout/hierarchy2"/>
    <dgm:cxn modelId="{3FB41EAD-E258-4D27-98D2-39BF998EA5A3}" srcId="{A26FB35F-1B46-4AE7-A8F8-E87CB626F39D}" destId="{2245FA50-E324-4BCD-A3EF-377891AC8749}" srcOrd="0" destOrd="0" parTransId="{99F38F12-2E00-456D-9A18-C4B47D48600E}" sibTransId="{C7A59631-EBE9-4AB2-B050-2D681931C5EC}"/>
    <dgm:cxn modelId="{FE7CFDBD-8111-4C63-9F5C-0290890092DB}" type="presOf" srcId="{EDE96304-3EEF-4842-B6F7-29F79F34BABC}" destId="{14C01969-88F1-4B32-B66C-38172E89EA4A}" srcOrd="1" destOrd="0" presId="urn:microsoft.com/office/officeart/2005/8/layout/hierarchy2"/>
    <dgm:cxn modelId="{1FE48F0C-C060-431B-A73C-BFF565D64490}" type="presOf" srcId="{280D74DE-8DA9-4418-8A85-29FBF6F79B19}" destId="{DBE6A3DC-0100-4195-B140-290103669EE8}" srcOrd="1" destOrd="0" presId="urn:microsoft.com/office/officeart/2005/8/layout/hierarchy2"/>
    <dgm:cxn modelId="{01EE30CA-8808-4B84-A076-BBBA311CE169}" srcId="{D4F63B6F-29AC-4ED2-B3AC-6C901EDD1E69}" destId="{8E98DFA2-5718-4130-B498-8BE77937F90A}" srcOrd="1" destOrd="0" parTransId="{461F93A6-C5F5-4DD7-AB73-A119595A76D1}" sibTransId="{19156935-5C29-4402-98D2-ABD0EC804BB0}"/>
    <dgm:cxn modelId="{9283CEF3-38DD-4A5A-A686-2DEFE7246A2E}" srcId="{8B03491D-1BE5-44A1-B75F-5EF96959C2AE}" destId="{DBCC8A23-06A7-49BC-86D7-D3D2D31A9E18}" srcOrd="0" destOrd="0" parTransId="{280D74DE-8DA9-4418-8A85-29FBF6F79B19}" sibTransId="{CE7319F1-0EBF-4D09-8C2B-EB692A363823}"/>
    <dgm:cxn modelId="{8C89FC57-72B4-49DC-BBD1-356FDAD71606}" type="presOf" srcId="{EDE96304-3EEF-4842-B6F7-29F79F34BABC}" destId="{94794D1D-5818-454A-9130-9F53FE19EF3E}" srcOrd="0" destOrd="0" presId="urn:microsoft.com/office/officeart/2005/8/layout/hierarchy2"/>
    <dgm:cxn modelId="{B25ACAB2-76D7-4B8B-BA3E-E51DC0A785AF}" type="presOf" srcId="{2397585B-1582-4602-84D0-B30A8C15A644}" destId="{3FDF737E-1266-4CEF-A112-914DD97E8577}" srcOrd="1" destOrd="0" presId="urn:microsoft.com/office/officeart/2005/8/layout/hierarchy2"/>
    <dgm:cxn modelId="{E4E173B0-2482-462C-9C40-C4C7C2352624}" srcId="{8E98DFA2-5718-4130-B498-8BE77937F90A}" destId="{A26FB35F-1B46-4AE7-A8F8-E87CB626F39D}" srcOrd="0" destOrd="0" parTransId="{734FEB14-F283-4496-991F-47B28A5A0C1C}" sibTransId="{28B577D2-B337-4546-AA96-8638751AEE91}"/>
    <dgm:cxn modelId="{85A2698A-A612-42F6-BE1D-8F7AF901EB62}" type="presOf" srcId="{72AEEEC0-6858-4668-BF7C-13CB32C6C040}" destId="{30EAE11F-D6F3-49B2-82C8-37B2AEF27C06}" srcOrd="1" destOrd="0" presId="urn:microsoft.com/office/officeart/2005/8/layout/hierarchy2"/>
    <dgm:cxn modelId="{F666D82F-4F49-456B-A075-39F3E9CFCC22}" type="presOf" srcId="{8E98DFA2-5718-4130-B498-8BE77937F90A}" destId="{2DD5AFF6-397B-4C6A-B39B-CA53C647266F}" srcOrd="0" destOrd="0" presId="urn:microsoft.com/office/officeart/2005/8/layout/hierarchy2"/>
    <dgm:cxn modelId="{89FC7386-2EE7-48F8-9F1F-7F857ACB9599}" type="presParOf" srcId="{03D3CCEF-4BE1-4CFC-AF86-4D8FB4C8A853}" destId="{530F3B3F-1976-4CEF-A892-4CFBC16F9729}" srcOrd="0" destOrd="0" presId="urn:microsoft.com/office/officeart/2005/8/layout/hierarchy2"/>
    <dgm:cxn modelId="{B7BAECEE-659C-4BFA-BB94-AA21485C49ED}" type="presParOf" srcId="{530F3B3F-1976-4CEF-A892-4CFBC16F9729}" destId="{979A9F9F-6D13-492A-9F2B-5A364E162FB6}" srcOrd="0" destOrd="0" presId="urn:microsoft.com/office/officeart/2005/8/layout/hierarchy2"/>
    <dgm:cxn modelId="{68F66FDA-9BC3-4327-ADD3-2DEA0313AEC1}" type="presParOf" srcId="{530F3B3F-1976-4CEF-A892-4CFBC16F9729}" destId="{3AD527B2-9701-4F31-8BCA-316BA9C5E5D7}" srcOrd="1" destOrd="0" presId="urn:microsoft.com/office/officeart/2005/8/layout/hierarchy2"/>
    <dgm:cxn modelId="{7E8708D3-A9F7-4661-956A-3A5BD7591DF6}" type="presParOf" srcId="{3AD527B2-9701-4F31-8BCA-316BA9C5E5D7}" destId="{BEAAA359-2A17-49A3-82EB-739B6856E4E3}" srcOrd="0" destOrd="0" presId="urn:microsoft.com/office/officeart/2005/8/layout/hierarchy2"/>
    <dgm:cxn modelId="{E57E641C-B9D8-42D3-A4A0-5C6B86DD09E1}" type="presParOf" srcId="{BEAAA359-2A17-49A3-82EB-739B6856E4E3}" destId="{CBBC8060-D992-441B-8F91-A3EFB5E14CE5}" srcOrd="0" destOrd="0" presId="urn:microsoft.com/office/officeart/2005/8/layout/hierarchy2"/>
    <dgm:cxn modelId="{3DC1682C-2E68-46C9-B15F-C67BCC575D82}" type="presParOf" srcId="{3AD527B2-9701-4F31-8BCA-316BA9C5E5D7}" destId="{C8BC5857-6398-4455-BAA6-06B4C88C2E9A}" srcOrd="1" destOrd="0" presId="urn:microsoft.com/office/officeart/2005/8/layout/hierarchy2"/>
    <dgm:cxn modelId="{DEF0CCDA-B987-4A10-9167-D6C5A9419CC8}" type="presParOf" srcId="{C8BC5857-6398-4455-BAA6-06B4C88C2E9A}" destId="{A2861469-7508-4E25-9ED8-0826B853DBA9}" srcOrd="0" destOrd="0" presId="urn:microsoft.com/office/officeart/2005/8/layout/hierarchy2"/>
    <dgm:cxn modelId="{6A04DDBF-ECFF-4BDD-B1DA-F9181DEDA6FE}" type="presParOf" srcId="{C8BC5857-6398-4455-BAA6-06B4C88C2E9A}" destId="{F966C1E6-E783-491C-B65E-C5C62E42E46A}" srcOrd="1" destOrd="0" presId="urn:microsoft.com/office/officeart/2005/8/layout/hierarchy2"/>
    <dgm:cxn modelId="{25DF3F0D-71B0-443B-A736-EFB9CAE08D71}" type="presParOf" srcId="{F966C1E6-E783-491C-B65E-C5C62E42E46A}" destId="{ECDE70AA-F3C6-4CEA-B50D-AC75C9D2E4DD}" srcOrd="0" destOrd="0" presId="urn:microsoft.com/office/officeart/2005/8/layout/hierarchy2"/>
    <dgm:cxn modelId="{925AA709-B3C8-4604-88D3-E7A6EAA673E0}" type="presParOf" srcId="{ECDE70AA-F3C6-4CEA-B50D-AC75C9D2E4DD}" destId="{EC714F85-921D-4608-99AB-3C6AC2FF3D58}" srcOrd="0" destOrd="0" presId="urn:microsoft.com/office/officeart/2005/8/layout/hierarchy2"/>
    <dgm:cxn modelId="{073DE06F-BE38-41DA-8CD8-B47FBE159C3C}" type="presParOf" srcId="{F966C1E6-E783-491C-B65E-C5C62E42E46A}" destId="{696F1200-0F5D-4A2F-80E9-7FB8BF8EAC16}" srcOrd="1" destOrd="0" presId="urn:microsoft.com/office/officeart/2005/8/layout/hierarchy2"/>
    <dgm:cxn modelId="{1E00A613-607A-48AE-9645-8BC4A4B4BFE9}" type="presParOf" srcId="{696F1200-0F5D-4A2F-80E9-7FB8BF8EAC16}" destId="{4951981A-372E-47D4-BC50-1F8238AAB045}" srcOrd="0" destOrd="0" presId="urn:microsoft.com/office/officeart/2005/8/layout/hierarchy2"/>
    <dgm:cxn modelId="{55A3E561-1491-4ECB-AFCA-22F99670C0CF}" type="presParOf" srcId="{696F1200-0F5D-4A2F-80E9-7FB8BF8EAC16}" destId="{7362D75E-1B8E-494A-89C8-46413021A630}" srcOrd="1" destOrd="0" presId="urn:microsoft.com/office/officeart/2005/8/layout/hierarchy2"/>
    <dgm:cxn modelId="{1C719D60-7ACA-4090-8CDF-B728DF748059}" type="presParOf" srcId="{7362D75E-1B8E-494A-89C8-46413021A630}" destId="{766D0B1F-583F-47B1-A662-B8E63E45C908}" srcOrd="0" destOrd="0" presId="urn:microsoft.com/office/officeart/2005/8/layout/hierarchy2"/>
    <dgm:cxn modelId="{D4D6EA6A-0DEF-4D76-B069-2A27B7E091D4}" type="presParOf" srcId="{766D0B1F-583F-47B1-A662-B8E63E45C908}" destId="{DBE6A3DC-0100-4195-B140-290103669EE8}" srcOrd="0" destOrd="0" presId="urn:microsoft.com/office/officeart/2005/8/layout/hierarchy2"/>
    <dgm:cxn modelId="{3D94AEE9-7CF3-4AE6-9F5D-D3BB0FC8E077}" type="presParOf" srcId="{7362D75E-1B8E-494A-89C8-46413021A630}" destId="{E411733A-28FF-403E-9CE7-3821873CE6A8}" srcOrd="1" destOrd="0" presId="urn:microsoft.com/office/officeart/2005/8/layout/hierarchy2"/>
    <dgm:cxn modelId="{BF61587C-2DD8-4991-8E54-E226E213A45D}" type="presParOf" srcId="{E411733A-28FF-403E-9CE7-3821873CE6A8}" destId="{BBECC775-FD7E-43E7-BA68-4A563591B2BB}" srcOrd="0" destOrd="0" presId="urn:microsoft.com/office/officeart/2005/8/layout/hierarchy2"/>
    <dgm:cxn modelId="{179C5D11-4ECA-48D3-AD7E-8402E9EAD059}" type="presParOf" srcId="{E411733A-28FF-403E-9CE7-3821873CE6A8}" destId="{96F9DE36-0BE6-4255-A15E-BE9A5BEBE188}" srcOrd="1" destOrd="0" presId="urn:microsoft.com/office/officeart/2005/8/layout/hierarchy2"/>
    <dgm:cxn modelId="{C013D21A-D1B4-4D21-BCA8-1F07A8775EFB}" type="presParOf" srcId="{3AD527B2-9701-4F31-8BCA-316BA9C5E5D7}" destId="{AA8E896F-F9A3-492C-AFB5-B0B667A9D434}" srcOrd="2" destOrd="0" presId="urn:microsoft.com/office/officeart/2005/8/layout/hierarchy2"/>
    <dgm:cxn modelId="{5F200516-2398-44DF-8628-126A4D0DE0ED}" type="presParOf" srcId="{AA8E896F-F9A3-492C-AFB5-B0B667A9D434}" destId="{C185ACE0-0FFE-430F-852E-86920D1CB0C8}" srcOrd="0" destOrd="0" presId="urn:microsoft.com/office/officeart/2005/8/layout/hierarchy2"/>
    <dgm:cxn modelId="{E62E83BE-667F-4046-B1A2-7569212D7233}" type="presParOf" srcId="{3AD527B2-9701-4F31-8BCA-316BA9C5E5D7}" destId="{A5DB96B5-33BF-4122-BA50-7FC86A3B471F}" srcOrd="3" destOrd="0" presId="urn:microsoft.com/office/officeart/2005/8/layout/hierarchy2"/>
    <dgm:cxn modelId="{112B9214-296E-43AA-BA48-509C4BC7E514}" type="presParOf" srcId="{A5DB96B5-33BF-4122-BA50-7FC86A3B471F}" destId="{2DD5AFF6-397B-4C6A-B39B-CA53C647266F}" srcOrd="0" destOrd="0" presId="urn:microsoft.com/office/officeart/2005/8/layout/hierarchy2"/>
    <dgm:cxn modelId="{D0F3C8CA-3882-4E11-B525-F1D9F0D1FA97}" type="presParOf" srcId="{A5DB96B5-33BF-4122-BA50-7FC86A3B471F}" destId="{DCE0235B-5A13-4DBC-8313-5D2E57735872}" srcOrd="1" destOrd="0" presId="urn:microsoft.com/office/officeart/2005/8/layout/hierarchy2"/>
    <dgm:cxn modelId="{C93AB79E-1D97-406F-AC09-33D8660B5E53}" type="presParOf" srcId="{DCE0235B-5A13-4DBC-8313-5D2E57735872}" destId="{7CA16EAF-6817-40EC-832E-A4956DA01040}" srcOrd="0" destOrd="0" presId="urn:microsoft.com/office/officeart/2005/8/layout/hierarchy2"/>
    <dgm:cxn modelId="{4947EA1E-2D8A-48B3-9B9B-FD22ACA0C6A6}" type="presParOf" srcId="{7CA16EAF-6817-40EC-832E-A4956DA01040}" destId="{9EA387B6-75C8-4C14-98DE-FCDA716187B8}" srcOrd="0" destOrd="0" presId="urn:microsoft.com/office/officeart/2005/8/layout/hierarchy2"/>
    <dgm:cxn modelId="{398D7D32-325F-464A-8B03-C33490B43D5A}" type="presParOf" srcId="{DCE0235B-5A13-4DBC-8313-5D2E57735872}" destId="{0386987C-5089-47C1-87C3-04F53464DF8D}" srcOrd="1" destOrd="0" presId="urn:microsoft.com/office/officeart/2005/8/layout/hierarchy2"/>
    <dgm:cxn modelId="{5FC9F4E8-C030-46F3-BD2A-97FFCAFFE527}" type="presParOf" srcId="{0386987C-5089-47C1-87C3-04F53464DF8D}" destId="{CB66DC6F-CF5E-4C7D-8ACF-1848C1DCA832}" srcOrd="0" destOrd="0" presId="urn:microsoft.com/office/officeart/2005/8/layout/hierarchy2"/>
    <dgm:cxn modelId="{1C9EF1AE-01B8-4BC2-972B-3269329EEDB1}" type="presParOf" srcId="{0386987C-5089-47C1-87C3-04F53464DF8D}" destId="{B3CAEB7A-68CB-4164-AD1A-894BF0C22D5B}" srcOrd="1" destOrd="0" presId="urn:microsoft.com/office/officeart/2005/8/layout/hierarchy2"/>
    <dgm:cxn modelId="{B7687148-D04A-4F74-9F37-914400796E47}" type="presParOf" srcId="{B3CAEB7A-68CB-4164-AD1A-894BF0C22D5B}" destId="{43C838D8-D22E-44A1-B20B-5D6265C8D118}" srcOrd="0" destOrd="0" presId="urn:microsoft.com/office/officeart/2005/8/layout/hierarchy2"/>
    <dgm:cxn modelId="{ABCDCBAA-AC7B-4CBF-9946-E6636F70FC77}" type="presParOf" srcId="{43C838D8-D22E-44A1-B20B-5D6265C8D118}" destId="{CB45D1C8-93A6-498E-BBE4-6031AA6D39C3}" srcOrd="0" destOrd="0" presId="urn:microsoft.com/office/officeart/2005/8/layout/hierarchy2"/>
    <dgm:cxn modelId="{F11994C6-F882-4C98-9561-C7EB7633C9C7}" type="presParOf" srcId="{B3CAEB7A-68CB-4164-AD1A-894BF0C22D5B}" destId="{5D09691F-AC6B-4CF3-80ED-EA500C9D2775}" srcOrd="1" destOrd="0" presId="urn:microsoft.com/office/officeart/2005/8/layout/hierarchy2"/>
    <dgm:cxn modelId="{BBBD6E37-8229-4EB1-B8E9-D27BFE818CF2}" type="presParOf" srcId="{5D09691F-AC6B-4CF3-80ED-EA500C9D2775}" destId="{97971C19-DA93-4017-876E-0C893190C6AE}" srcOrd="0" destOrd="0" presId="urn:microsoft.com/office/officeart/2005/8/layout/hierarchy2"/>
    <dgm:cxn modelId="{AE4C4AAB-F256-4CE9-9F2C-1A2227E0303F}" type="presParOf" srcId="{5D09691F-AC6B-4CF3-80ED-EA500C9D2775}" destId="{FBD9D7D9-6DBC-4818-AA85-B2489686AF9C}" srcOrd="1" destOrd="0" presId="urn:microsoft.com/office/officeart/2005/8/layout/hierarchy2"/>
    <dgm:cxn modelId="{C3EB2433-D718-425E-AC06-EB0888661329}" type="presParOf" srcId="{3AD527B2-9701-4F31-8BCA-316BA9C5E5D7}" destId="{94794D1D-5818-454A-9130-9F53FE19EF3E}" srcOrd="4" destOrd="0" presId="urn:microsoft.com/office/officeart/2005/8/layout/hierarchy2"/>
    <dgm:cxn modelId="{22E3F1BD-1551-49B0-AEB5-152824CDA0F9}" type="presParOf" srcId="{94794D1D-5818-454A-9130-9F53FE19EF3E}" destId="{14C01969-88F1-4B32-B66C-38172E89EA4A}" srcOrd="0" destOrd="0" presId="urn:microsoft.com/office/officeart/2005/8/layout/hierarchy2"/>
    <dgm:cxn modelId="{F145359A-DF30-402B-AF3A-E73D0C215F0D}" type="presParOf" srcId="{3AD527B2-9701-4F31-8BCA-316BA9C5E5D7}" destId="{1808F73A-3859-47DA-9D26-740AE322CCD8}" srcOrd="5" destOrd="0" presId="urn:microsoft.com/office/officeart/2005/8/layout/hierarchy2"/>
    <dgm:cxn modelId="{08A04B64-18C2-4EE6-883E-CBA038E39E41}" type="presParOf" srcId="{1808F73A-3859-47DA-9D26-740AE322CCD8}" destId="{B35DF259-0BC2-4A01-BBC3-C03718EBA6BB}" srcOrd="0" destOrd="0" presId="urn:microsoft.com/office/officeart/2005/8/layout/hierarchy2"/>
    <dgm:cxn modelId="{1AD9EA87-97AE-41CA-9658-442DCFACE0AD}" type="presParOf" srcId="{1808F73A-3859-47DA-9D26-740AE322CCD8}" destId="{E7A7CD8E-5B9B-4452-AB1A-4BB0B87EF2C1}" srcOrd="1" destOrd="0" presId="urn:microsoft.com/office/officeart/2005/8/layout/hierarchy2"/>
    <dgm:cxn modelId="{AB2F305D-0079-4BE1-91FC-C5BF90873409}" type="presParOf" srcId="{E7A7CD8E-5B9B-4452-AB1A-4BB0B87EF2C1}" destId="{D3E2574E-2025-43DC-85D5-353E1639CFEC}" srcOrd="0" destOrd="0" presId="urn:microsoft.com/office/officeart/2005/8/layout/hierarchy2"/>
    <dgm:cxn modelId="{C7D9F76A-4847-4B27-B6F9-59A1A85C0200}" type="presParOf" srcId="{D3E2574E-2025-43DC-85D5-353E1639CFEC}" destId="{3FDF737E-1266-4CEF-A112-914DD97E8577}" srcOrd="0" destOrd="0" presId="urn:microsoft.com/office/officeart/2005/8/layout/hierarchy2"/>
    <dgm:cxn modelId="{8CF9189A-91A6-4579-815E-85487C3956B3}" type="presParOf" srcId="{E7A7CD8E-5B9B-4452-AB1A-4BB0B87EF2C1}" destId="{3EF9752C-CDDF-4C92-BC3C-C3446A0ECF5C}" srcOrd="1" destOrd="0" presId="urn:microsoft.com/office/officeart/2005/8/layout/hierarchy2"/>
    <dgm:cxn modelId="{E87597F6-FBF1-4C7B-8C52-471DAD9A505A}" type="presParOf" srcId="{3EF9752C-CDDF-4C92-BC3C-C3446A0ECF5C}" destId="{67AE4D55-17E6-4929-9003-E679C39D1073}" srcOrd="0" destOrd="0" presId="urn:microsoft.com/office/officeart/2005/8/layout/hierarchy2"/>
    <dgm:cxn modelId="{56483D36-BB5E-46B5-971D-F048BD97FFC0}" type="presParOf" srcId="{3EF9752C-CDDF-4C92-BC3C-C3446A0ECF5C}" destId="{56F150BB-20CA-4F0F-891B-49F5D6BC674D}" srcOrd="1" destOrd="0" presId="urn:microsoft.com/office/officeart/2005/8/layout/hierarchy2"/>
    <dgm:cxn modelId="{73B9A828-9B78-4188-82F4-1025412D362F}" type="presParOf" srcId="{56F150BB-20CA-4F0F-891B-49F5D6BC674D}" destId="{DA1BD843-1E90-436A-A334-53CF1E51C253}" srcOrd="0" destOrd="0" presId="urn:microsoft.com/office/officeart/2005/8/layout/hierarchy2"/>
    <dgm:cxn modelId="{356134C3-2136-4B13-88AA-CE5763016DE7}" type="presParOf" srcId="{DA1BD843-1E90-436A-A334-53CF1E51C253}" destId="{30EAE11F-D6F3-49B2-82C8-37B2AEF27C06}" srcOrd="0" destOrd="0" presId="urn:microsoft.com/office/officeart/2005/8/layout/hierarchy2"/>
    <dgm:cxn modelId="{92DC5B52-5179-4499-801F-678DF2582760}" type="presParOf" srcId="{56F150BB-20CA-4F0F-891B-49F5D6BC674D}" destId="{31A79F18-AFB9-40B2-B98D-8449099B79E4}" srcOrd="1" destOrd="0" presId="urn:microsoft.com/office/officeart/2005/8/layout/hierarchy2"/>
    <dgm:cxn modelId="{42FADDDD-732D-4ED8-AAFB-DA9FAD91FEB2}" type="presParOf" srcId="{31A79F18-AFB9-40B2-B98D-8449099B79E4}" destId="{4BD6AB6D-3D4F-4CDE-8E6B-7A821A109FF0}" srcOrd="0" destOrd="0" presId="urn:microsoft.com/office/officeart/2005/8/layout/hierarchy2"/>
    <dgm:cxn modelId="{D8CF1D88-A2AA-4E2D-83C4-5B02CF73DFC0}" type="presParOf" srcId="{31A79F18-AFB9-40B2-B98D-8449099B79E4}" destId="{4C8FCD52-E582-4348-8478-4DE2EA0FC9D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A5CA53-4ACF-4802-8A06-CBF3CAAC1B4D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4F63B6F-29AC-4ED2-B3AC-6C901EDD1E69}">
      <dgm:prSet phldrT="[Текст]" custT="1"/>
      <dgm:spPr/>
      <dgm:t>
        <a:bodyPr/>
        <a:lstStyle/>
        <a:p>
          <a:r>
            <a:rPr lang="en-US" sz="1050" b="1" dirty="0" smtClean="0"/>
            <a:t>to be </a:t>
          </a:r>
          <a:endParaRPr lang="ru-RU" sz="1050" b="1" dirty="0" smtClean="0"/>
        </a:p>
        <a:p>
          <a:r>
            <a:rPr lang="en-US" sz="1050" b="1" dirty="0" smtClean="0"/>
            <a:t>(was, were, been)</a:t>
          </a:r>
          <a:endParaRPr lang="ru-RU" sz="1050" b="1" dirty="0"/>
        </a:p>
      </dgm:t>
    </dgm:pt>
    <dgm:pt modelId="{E15B62BF-5D28-4B2E-AD8A-BF16D8F04CA9}" type="parTrans" cxnId="{6058550C-8BA8-47AC-B1CC-DF64000E49FA}">
      <dgm:prSet/>
      <dgm:spPr/>
      <dgm:t>
        <a:bodyPr/>
        <a:lstStyle/>
        <a:p>
          <a:endParaRPr lang="ru-RU"/>
        </a:p>
      </dgm:t>
    </dgm:pt>
    <dgm:pt modelId="{D301EC9E-C1F9-4CC1-9CA3-2E088B001B10}" type="sibTrans" cxnId="{6058550C-8BA8-47AC-B1CC-DF64000E49FA}">
      <dgm:prSet/>
      <dgm:spPr/>
      <dgm:t>
        <a:bodyPr/>
        <a:lstStyle/>
        <a:p>
          <a:endParaRPr lang="ru-RU"/>
        </a:p>
      </dgm:t>
    </dgm:pt>
    <dgm:pt modelId="{B84842E8-94D8-41B9-AA68-2682EBFD9FB7}">
      <dgm:prSet phldrT="[Текст]" custT="1"/>
      <dgm:spPr/>
      <dgm:t>
        <a:bodyPr/>
        <a:lstStyle/>
        <a:p>
          <a:r>
            <a:rPr lang="ru-RU" sz="1200" dirty="0" smtClean="0"/>
            <a:t>смысловой глагол</a:t>
          </a:r>
          <a:endParaRPr lang="ru-RU" sz="1200" dirty="0"/>
        </a:p>
      </dgm:t>
    </dgm:pt>
    <dgm:pt modelId="{3C7568D2-46AE-4ED0-AE6B-6252E52E3F58}" type="parTrans" cxnId="{D32E0597-4864-4528-BB80-41A10F2DFB60}">
      <dgm:prSet/>
      <dgm:spPr/>
      <dgm:t>
        <a:bodyPr/>
        <a:lstStyle/>
        <a:p>
          <a:endParaRPr lang="ru-RU"/>
        </a:p>
      </dgm:t>
    </dgm:pt>
    <dgm:pt modelId="{B5AFACED-8E9F-484B-BC65-F00B1DAC7D23}" type="sibTrans" cxnId="{D32E0597-4864-4528-BB80-41A10F2DFB60}">
      <dgm:prSet/>
      <dgm:spPr/>
      <dgm:t>
        <a:bodyPr/>
        <a:lstStyle/>
        <a:p>
          <a:endParaRPr lang="ru-RU"/>
        </a:p>
      </dgm:t>
    </dgm:pt>
    <dgm:pt modelId="{8E98DFA2-5718-4130-B498-8BE77937F90A}">
      <dgm:prSet phldrT="[Текст]" custT="1"/>
      <dgm:spPr/>
      <dgm:t>
        <a:bodyPr/>
        <a:lstStyle/>
        <a:p>
          <a:r>
            <a:rPr lang="ru-RU" sz="1200" dirty="0" smtClean="0"/>
            <a:t>вспомогательный глагол</a:t>
          </a:r>
          <a:endParaRPr lang="ru-RU" sz="1200" dirty="0"/>
        </a:p>
      </dgm:t>
    </dgm:pt>
    <dgm:pt modelId="{461F93A6-C5F5-4DD7-AB73-A119595A76D1}" type="parTrans" cxnId="{01EE30CA-8808-4B84-A076-BBBA311CE169}">
      <dgm:prSet/>
      <dgm:spPr/>
      <dgm:t>
        <a:bodyPr/>
        <a:lstStyle/>
        <a:p>
          <a:endParaRPr lang="ru-RU"/>
        </a:p>
      </dgm:t>
    </dgm:pt>
    <dgm:pt modelId="{19156935-5C29-4402-98D2-ABD0EC804BB0}" type="sibTrans" cxnId="{01EE30CA-8808-4B84-A076-BBBA311CE169}">
      <dgm:prSet/>
      <dgm:spPr/>
      <dgm:t>
        <a:bodyPr/>
        <a:lstStyle/>
        <a:p>
          <a:endParaRPr lang="ru-RU"/>
        </a:p>
      </dgm:t>
    </dgm:pt>
    <dgm:pt modelId="{F7AEE637-C173-45B0-853F-6821AA3D8DD5}">
      <dgm:prSet phldrT="[Текст]" custT="1"/>
      <dgm:spPr/>
      <dgm:t>
        <a:bodyPr/>
        <a:lstStyle/>
        <a:p>
          <a:r>
            <a:rPr lang="ru-RU" sz="1200" dirty="0" smtClean="0"/>
            <a:t>модальный глагол</a:t>
          </a:r>
          <a:endParaRPr lang="ru-RU" sz="1200" dirty="0"/>
        </a:p>
      </dgm:t>
    </dgm:pt>
    <dgm:pt modelId="{EDE96304-3EEF-4842-B6F7-29F79F34BABC}" type="parTrans" cxnId="{EDE5E9C8-8C15-4A08-AE1C-193260A27FEE}">
      <dgm:prSet/>
      <dgm:spPr/>
      <dgm:t>
        <a:bodyPr/>
        <a:lstStyle/>
        <a:p>
          <a:endParaRPr lang="ru-RU"/>
        </a:p>
      </dgm:t>
    </dgm:pt>
    <dgm:pt modelId="{874D2E95-A531-42DF-BC81-815B4BF9DEC3}" type="sibTrans" cxnId="{EDE5E9C8-8C15-4A08-AE1C-193260A27FEE}">
      <dgm:prSet/>
      <dgm:spPr/>
      <dgm:t>
        <a:bodyPr/>
        <a:lstStyle/>
        <a:p>
          <a:endParaRPr lang="ru-RU"/>
        </a:p>
      </dgm:t>
    </dgm:pt>
    <dgm:pt modelId="{8B03491D-1BE5-44A1-B75F-5EF96959C2AE}">
      <dgm:prSet custT="1"/>
      <dgm:spPr/>
      <dgm:t>
        <a:bodyPr/>
        <a:lstStyle/>
        <a:p>
          <a:r>
            <a:rPr lang="ru-RU" sz="1000" dirty="0" smtClean="0"/>
            <a:t>перед именем существительным, числительным, местоимением</a:t>
          </a:r>
        </a:p>
        <a:p>
          <a:r>
            <a:rPr lang="ru-RU" sz="1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быть, находиться</a:t>
          </a:r>
          <a:endParaRPr lang="ru-RU" sz="1000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F1E4144-3325-461D-BCF2-E9C2316E82E0}" type="parTrans" cxnId="{407478FC-BB5C-4DC5-89B6-217B6ABBAF8B}">
      <dgm:prSet/>
      <dgm:spPr/>
      <dgm:t>
        <a:bodyPr/>
        <a:lstStyle/>
        <a:p>
          <a:endParaRPr lang="ru-RU"/>
        </a:p>
      </dgm:t>
    </dgm:pt>
    <dgm:pt modelId="{4B778793-71A4-4AD6-A06B-D7C88D8477F3}" type="sibTrans" cxnId="{407478FC-BB5C-4DC5-89B6-217B6ABBAF8B}">
      <dgm:prSet/>
      <dgm:spPr/>
      <dgm:t>
        <a:bodyPr/>
        <a:lstStyle/>
        <a:p>
          <a:endParaRPr lang="ru-RU"/>
        </a:p>
      </dgm:t>
    </dgm:pt>
    <dgm:pt modelId="{DBCC8A23-06A7-49BC-86D7-D3D2D31A9E18}">
      <dgm:prSet custT="1"/>
      <dgm:spPr/>
      <dgm:t>
        <a:bodyPr/>
        <a:lstStyle/>
        <a:p>
          <a:pPr>
            <a:lnSpc>
              <a:spcPct val="90000"/>
            </a:lnSpc>
            <a:spcAft>
              <a:spcPct val="35000"/>
            </a:spcAft>
          </a:pPr>
          <a:r>
            <a:rPr lang="en-US" sz="1000" b="1" dirty="0" smtClean="0"/>
            <a:t>be +</a:t>
          </a:r>
          <a:r>
            <a:rPr lang="ru-RU" sz="1000" b="1" dirty="0" smtClean="0"/>
            <a:t> сущ./мест./</a:t>
          </a:r>
          <a:r>
            <a:rPr lang="ru-RU" sz="1000" b="1" dirty="0" err="1" smtClean="0"/>
            <a:t>числ</a:t>
          </a:r>
          <a:r>
            <a:rPr lang="ru-RU" sz="1000" dirty="0" smtClean="0"/>
            <a:t>.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000" dirty="0" smtClean="0"/>
            <a:t>This material </a:t>
          </a:r>
          <a:r>
            <a:rPr lang="en-US" sz="1000" b="1" i="0" dirty="0" smtClean="0"/>
            <a:t>has</a:t>
          </a:r>
          <a:r>
            <a:rPr lang="en-US" sz="1000" dirty="0" smtClean="0"/>
            <a:t> valuable qualities.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sz="1000" dirty="0" smtClean="0"/>
            <a:t>Этот материал </a:t>
          </a:r>
          <a:r>
            <a:rPr lang="ru-RU" sz="1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имеет</a:t>
          </a:r>
          <a:r>
            <a:rPr lang="ru-RU" sz="1000" dirty="0" smtClean="0"/>
            <a:t> ценные свойства.</a:t>
          </a:r>
          <a:endParaRPr lang="ru-RU" sz="1000" dirty="0"/>
        </a:p>
      </dgm:t>
    </dgm:pt>
    <dgm:pt modelId="{280D74DE-8DA9-4418-8A85-29FBF6F79B19}" type="parTrans" cxnId="{9283CEF3-38DD-4A5A-A686-2DEFE7246A2E}">
      <dgm:prSet/>
      <dgm:spPr/>
      <dgm:t>
        <a:bodyPr/>
        <a:lstStyle/>
        <a:p>
          <a:endParaRPr lang="ru-RU"/>
        </a:p>
      </dgm:t>
    </dgm:pt>
    <dgm:pt modelId="{CE7319F1-0EBF-4D09-8C2B-EB692A363823}" type="sibTrans" cxnId="{9283CEF3-38DD-4A5A-A686-2DEFE7246A2E}">
      <dgm:prSet/>
      <dgm:spPr/>
      <dgm:t>
        <a:bodyPr/>
        <a:lstStyle/>
        <a:p>
          <a:endParaRPr lang="ru-RU"/>
        </a:p>
      </dgm:t>
    </dgm:pt>
    <dgm:pt modelId="{A26FB35F-1B46-4AE7-A8F8-E87CB626F39D}">
      <dgm:prSet custT="1"/>
      <dgm:spPr/>
      <dgm:t>
        <a:bodyPr/>
        <a:lstStyle/>
        <a:p>
          <a:r>
            <a:rPr lang="ru-RU" sz="1000" dirty="0" smtClean="0"/>
            <a:t>для образования времён групп </a:t>
          </a:r>
          <a:r>
            <a:rPr lang="en-US" sz="1000" dirty="0" smtClean="0"/>
            <a:t>Continuous </a:t>
          </a:r>
          <a:r>
            <a:rPr lang="ru-RU" sz="1000" dirty="0" smtClean="0"/>
            <a:t>и </a:t>
          </a:r>
          <a:r>
            <a:rPr lang="en-US" sz="1000" dirty="0" smtClean="0"/>
            <a:t>Perfect Continuous</a:t>
          </a:r>
          <a:r>
            <a:rPr lang="ru-RU" sz="1000" dirty="0" smtClean="0"/>
            <a:t> и </a:t>
          </a:r>
          <a:r>
            <a:rPr lang="en-US" sz="1000" dirty="0" smtClean="0"/>
            <a:t> </a:t>
          </a:r>
          <a:r>
            <a:rPr lang="ru-RU" sz="1000" dirty="0" smtClean="0"/>
            <a:t>страдательного залога </a:t>
          </a:r>
        </a:p>
        <a:p>
          <a:r>
            <a:rPr lang="ru-RU" sz="1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не переводится</a:t>
          </a:r>
          <a:endParaRPr lang="ru-RU" sz="1000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34FEB14-F283-4496-991F-47B28A5A0C1C}" type="parTrans" cxnId="{E4E173B0-2482-462C-9C40-C4C7C2352624}">
      <dgm:prSet/>
      <dgm:spPr/>
      <dgm:t>
        <a:bodyPr/>
        <a:lstStyle/>
        <a:p>
          <a:endParaRPr lang="ru-RU"/>
        </a:p>
      </dgm:t>
    </dgm:pt>
    <dgm:pt modelId="{28B577D2-B337-4546-AA96-8638751AEE91}" type="sibTrans" cxnId="{E4E173B0-2482-462C-9C40-C4C7C2352624}">
      <dgm:prSet/>
      <dgm:spPr/>
      <dgm:t>
        <a:bodyPr/>
        <a:lstStyle/>
        <a:p>
          <a:endParaRPr lang="ru-RU"/>
        </a:p>
      </dgm:t>
    </dgm:pt>
    <dgm:pt modelId="{2245FA50-E324-4BCD-A3EF-377891AC8749}">
      <dgm:prSet custT="1"/>
      <dgm:spPr/>
      <dgm:t>
        <a:bodyPr/>
        <a:lstStyle/>
        <a:p>
          <a:pPr>
            <a:lnSpc>
              <a:spcPct val="90000"/>
            </a:lnSpc>
            <a:spcAft>
              <a:spcPct val="35000"/>
            </a:spcAft>
          </a:pPr>
          <a:r>
            <a:rPr lang="en-US" sz="1000" b="1" dirty="0" smtClean="0"/>
            <a:t>be + </a:t>
          </a:r>
          <a:r>
            <a:rPr lang="en-US" sz="1000" b="1" dirty="0" err="1" smtClean="0"/>
            <a:t>Ving</a:t>
          </a:r>
          <a:endParaRPr lang="en-US" sz="1000" b="1" baseline="0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000" b="0" baseline="0" dirty="0" smtClean="0"/>
            <a:t>He </a:t>
          </a:r>
          <a:r>
            <a:rPr lang="en-US" sz="1000" b="1" baseline="0" dirty="0" smtClean="0"/>
            <a:t>is working </a:t>
          </a:r>
          <a:r>
            <a:rPr lang="en-US" sz="1000" b="0" baseline="0" dirty="0" smtClean="0"/>
            <a:t>at this problem now.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sz="1000" b="0" baseline="0" dirty="0" smtClean="0"/>
            <a:t>Он </a:t>
          </a:r>
          <a:r>
            <a:rPr lang="ru-RU" sz="1000" b="0" i="0" baseline="0" dirty="0" smtClean="0">
              <a:effectLst/>
            </a:rPr>
            <a:t>сейчас</a:t>
          </a:r>
          <a:r>
            <a:rPr lang="ru-RU" sz="10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работает </a:t>
          </a:r>
          <a:r>
            <a:rPr lang="ru-RU" sz="1000" b="0" i="0" baseline="0" dirty="0" smtClean="0">
              <a:effectLst/>
            </a:rPr>
            <a:t>над этой проблемой</a:t>
          </a:r>
          <a:r>
            <a:rPr lang="ru-RU" sz="1000" b="0" baseline="0" dirty="0" smtClean="0"/>
            <a:t>.</a:t>
          </a:r>
          <a:endParaRPr lang="en-US" sz="1000" b="0" baseline="0" dirty="0" smtClean="0"/>
        </a:p>
        <a:p>
          <a:pPr>
            <a:lnSpc>
              <a:spcPct val="90000"/>
            </a:lnSpc>
            <a:spcAft>
              <a:spcPct val="35000"/>
            </a:spcAft>
          </a:pPr>
          <a:endParaRPr lang="ru-RU" sz="500" b="1" baseline="0" dirty="0" smtClean="0"/>
        </a:p>
        <a:p>
          <a:pPr>
            <a:lnSpc>
              <a:spcPct val="90000"/>
            </a:lnSpc>
            <a:spcAft>
              <a:spcPct val="35000"/>
            </a:spcAft>
          </a:pPr>
          <a:r>
            <a:rPr lang="en-US" sz="1000" b="1" baseline="0" dirty="0" smtClean="0"/>
            <a:t>have + been + </a:t>
          </a:r>
          <a:r>
            <a:rPr lang="en-US" sz="1000" b="1" baseline="0" dirty="0" err="1" smtClean="0"/>
            <a:t>Ving</a:t>
          </a:r>
          <a:endParaRPr lang="ru-RU" sz="1000" b="1" baseline="0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000" b="0" baseline="0" dirty="0" smtClean="0"/>
            <a:t>He </a:t>
          </a:r>
          <a:r>
            <a:rPr lang="en-US" sz="1000" b="1" baseline="0" dirty="0" smtClean="0"/>
            <a:t>was invited</a:t>
          </a:r>
          <a:r>
            <a:rPr lang="en-US" sz="1000" b="0" baseline="0" dirty="0" smtClean="0"/>
            <a:t> to the conference.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sz="1000" b="0" baseline="0" dirty="0" smtClean="0"/>
            <a:t>Его </a:t>
          </a:r>
          <a:r>
            <a:rPr lang="ru-RU" sz="10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пригласили</a:t>
          </a:r>
          <a:r>
            <a:rPr lang="ru-RU" sz="1000" b="0" baseline="0" dirty="0" smtClean="0"/>
            <a:t> на конференцию</a:t>
          </a:r>
          <a:endParaRPr lang="en-US" sz="500" b="1" baseline="-25000" dirty="0" smtClean="0"/>
        </a:p>
      </dgm:t>
    </dgm:pt>
    <dgm:pt modelId="{99F38F12-2E00-456D-9A18-C4B47D48600E}" type="parTrans" cxnId="{3FB41EAD-E258-4D27-98D2-39BF998EA5A3}">
      <dgm:prSet/>
      <dgm:spPr/>
      <dgm:t>
        <a:bodyPr/>
        <a:lstStyle/>
        <a:p>
          <a:endParaRPr lang="ru-RU"/>
        </a:p>
      </dgm:t>
    </dgm:pt>
    <dgm:pt modelId="{C7A59631-EBE9-4AB2-B050-2D681931C5EC}" type="sibTrans" cxnId="{3FB41EAD-E258-4D27-98D2-39BF998EA5A3}">
      <dgm:prSet/>
      <dgm:spPr/>
      <dgm:t>
        <a:bodyPr/>
        <a:lstStyle/>
        <a:p>
          <a:endParaRPr lang="ru-RU"/>
        </a:p>
      </dgm:t>
    </dgm:pt>
    <dgm:pt modelId="{63BCB368-1861-44CA-BBC6-4CA42BBD51D9}">
      <dgm:prSet custT="1"/>
      <dgm:spPr/>
      <dgm:t>
        <a:bodyPr/>
        <a:lstStyle/>
        <a:p>
          <a:r>
            <a:rPr lang="ru-RU" sz="1000" dirty="0" smtClean="0"/>
            <a:t>перед </a:t>
          </a:r>
          <a:r>
            <a:rPr lang="en-US" sz="1000" dirty="0" smtClean="0"/>
            <a:t>to</a:t>
          </a:r>
          <a:endParaRPr lang="ru-RU" sz="1000" dirty="0" smtClean="0"/>
        </a:p>
        <a:p>
          <a:r>
            <a:rPr lang="ru-RU" sz="1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должен</a:t>
          </a:r>
          <a:endParaRPr lang="ru-RU" sz="1000" dirty="0"/>
        </a:p>
      </dgm:t>
    </dgm:pt>
    <dgm:pt modelId="{2397585B-1582-4602-84D0-B30A8C15A644}" type="parTrans" cxnId="{7F1B6969-4EF8-4A6B-B339-20EC1352217F}">
      <dgm:prSet/>
      <dgm:spPr/>
      <dgm:t>
        <a:bodyPr/>
        <a:lstStyle/>
        <a:p>
          <a:endParaRPr lang="ru-RU"/>
        </a:p>
      </dgm:t>
    </dgm:pt>
    <dgm:pt modelId="{0A4B4CDE-9031-439B-9DC9-67591FB17A4A}" type="sibTrans" cxnId="{7F1B6969-4EF8-4A6B-B339-20EC1352217F}">
      <dgm:prSet/>
      <dgm:spPr/>
      <dgm:t>
        <a:bodyPr/>
        <a:lstStyle/>
        <a:p>
          <a:endParaRPr lang="ru-RU"/>
        </a:p>
      </dgm:t>
    </dgm:pt>
    <dgm:pt modelId="{10B46B12-99DA-4E78-AB5A-6D1AD980DA48}">
      <dgm:prSet custT="1"/>
      <dgm:spPr/>
      <dgm:t>
        <a:bodyPr/>
        <a:lstStyle/>
        <a:p>
          <a:pPr marL="0" marR="0" indent="0" defTabSz="914400" eaLnBrk="1" fontAlgn="auto" latinLnBrk="0" hangingPunct="1">
            <a:lnSpc>
              <a:spcPct val="90000"/>
            </a:lnSpc>
            <a:spcBef>
              <a:spcPts val="0"/>
            </a:spcBef>
            <a:spcAft>
              <a:spcPts val="42"/>
            </a:spcAft>
            <a:buClrTx/>
            <a:buSzTx/>
            <a:buFontTx/>
            <a:buNone/>
            <a:tabLst/>
            <a:defRPr/>
          </a:pPr>
          <a:r>
            <a:rPr lang="en-US" sz="1000" b="1" dirty="0" smtClean="0"/>
            <a:t>be to</a:t>
          </a:r>
          <a:endParaRPr lang="ru-RU" sz="1000" b="1" dirty="0" smtClean="0"/>
        </a:p>
        <a:p>
          <a:pPr defTabSz="3556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000" b="0" dirty="0" err="1" smtClean="0"/>
            <a:t>They</a:t>
          </a:r>
          <a:r>
            <a:rPr lang="ru-RU" sz="1000" b="0" dirty="0" smtClean="0"/>
            <a:t> </a:t>
          </a:r>
          <a:r>
            <a:rPr lang="ru-RU" sz="1000" b="1" dirty="0" err="1" smtClean="0"/>
            <a:t>were</a:t>
          </a:r>
          <a:r>
            <a:rPr lang="ru-RU" sz="1000" b="1" dirty="0" smtClean="0"/>
            <a:t> </a:t>
          </a:r>
          <a:r>
            <a:rPr lang="ru-RU" sz="1000" b="1" dirty="0" err="1" smtClean="0"/>
            <a:t>to</a:t>
          </a:r>
          <a:r>
            <a:rPr lang="ru-RU" sz="1000" b="0" dirty="0" smtClean="0"/>
            <a:t> </a:t>
          </a:r>
          <a:r>
            <a:rPr lang="ru-RU" sz="1000" b="0" dirty="0" err="1" smtClean="0"/>
            <a:t>prepare</a:t>
          </a:r>
          <a:r>
            <a:rPr lang="ru-RU" sz="1000" b="0" dirty="0" smtClean="0"/>
            <a:t> </a:t>
          </a:r>
          <a:r>
            <a:rPr lang="ru-RU" sz="1000" b="0" dirty="0" err="1" smtClean="0"/>
            <a:t>everything</a:t>
          </a:r>
          <a:r>
            <a:rPr lang="ru-RU" sz="1000" b="0" dirty="0" smtClean="0"/>
            <a:t> </a:t>
          </a:r>
          <a:r>
            <a:rPr lang="ru-RU" sz="1000" b="0" dirty="0" err="1" smtClean="0"/>
            <a:t>for</a:t>
          </a:r>
          <a:r>
            <a:rPr lang="ru-RU" sz="1000" b="0" dirty="0" smtClean="0"/>
            <a:t> </a:t>
          </a:r>
          <a:r>
            <a:rPr lang="ru-RU" sz="1000" b="0" dirty="0" err="1" smtClean="0"/>
            <a:t>the</a:t>
          </a:r>
          <a:r>
            <a:rPr lang="ru-RU" sz="1000" b="0" dirty="0" smtClean="0"/>
            <a:t> </a:t>
          </a:r>
          <a:r>
            <a:rPr lang="ru-RU" sz="1000" b="0" dirty="0" err="1" smtClean="0"/>
            <a:t>experiment</a:t>
          </a:r>
          <a:r>
            <a:rPr lang="ru-RU" sz="1000" b="0" dirty="0" smtClean="0"/>
            <a:t>. </a:t>
          </a:r>
          <a:endParaRPr lang="en-US" sz="1000" b="0" dirty="0" smtClean="0"/>
        </a:p>
        <a:p>
          <a:pPr defTabSz="3556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000" b="0" dirty="0" smtClean="0"/>
            <a:t>Они </a:t>
          </a:r>
          <a:r>
            <a:rPr lang="ru-RU" sz="1000" b="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должны были</a:t>
          </a:r>
          <a:r>
            <a:rPr lang="ru-RU" sz="1000" b="0" dirty="0" smtClean="0"/>
            <a:t> приготовить все для эксперимента</a:t>
          </a:r>
          <a:endParaRPr lang="ru-RU" sz="1000" b="0" dirty="0"/>
        </a:p>
      </dgm:t>
    </dgm:pt>
    <dgm:pt modelId="{72AEEEC0-6858-4668-BF7C-13CB32C6C040}" type="parTrans" cxnId="{1DA5C581-9AD6-4978-A978-F163CDD1E902}">
      <dgm:prSet/>
      <dgm:spPr/>
      <dgm:t>
        <a:bodyPr/>
        <a:lstStyle/>
        <a:p>
          <a:endParaRPr lang="ru-RU"/>
        </a:p>
      </dgm:t>
    </dgm:pt>
    <dgm:pt modelId="{744CF903-03F2-45A8-BD12-CE2B16A11A4F}" type="sibTrans" cxnId="{1DA5C581-9AD6-4978-A978-F163CDD1E902}">
      <dgm:prSet/>
      <dgm:spPr/>
      <dgm:t>
        <a:bodyPr/>
        <a:lstStyle/>
        <a:p>
          <a:endParaRPr lang="ru-RU"/>
        </a:p>
      </dgm:t>
    </dgm:pt>
    <dgm:pt modelId="{6696DB99-8C6D-4189-9392-4BAEE68EB35F}">
      <dgm:prSet custT="1"/>
      <dgm:spPr/>
      <dgm:t>
        <a:bodyPr/>
        <a:lstStyle/>
        <a:p>
          <a:r>
            <a:rPr lang="ru-RU" sz="1200" dirty="0" smtClean="0"/>
            <a:t>глагол-связка</a:t>
          </a:r>
          <a:endParaRPr lang="ru-RU" sz="1200" dirty="0"/>
        </a:p>
      </dgm:t>
    </dgm:pt>
    <dgm:pt modelId="{783DDF34-407E-418E-9210-2069DD534245}" type="parTrans" cxnId="{F7CCAC77-02C0-43A0-852F-7EED2D35DFD3}">
      <dgm:prSet/>
      <dgm:spPr/>
      <dgm:t>
        <a:bodyPr/>
        <a:lstStyle/>
        <a:p>
          <a:endParaRPr lang="ru-RU"/>
        </a:p>
      </dgm:t>
    </dgm:pt>
    <dgm:pt modelId="{9501812D-30AC-48CA-BDA6-44E27D5E1832}" type="sibTrans" cxnId="{F7CCAC77-02C0-43A0-852F-7EED2D35DFD3}">
      <dgm:prSet/>
      <dgm:spPr/>
      <dgm:t>
        <a:bodyPr/>
        <a:lstStyle/>
        <a:p>
          <a:endParaRPr lang="ru-RU"/>
        </a:p>
      </dgm:t>
    </dgm:pt>
    <dgm:pt modelId="{242E37C1-090A-4008-9DA7-46EC4D069094}">
      <dgm:prSet custT="1"/>
      <dgm:spPr/>
      <dgm:t>
        <a:bodyPr/>
        <a:lstStyle/>
        <a:p>
          <a:r>
            <a:rPr lang="ru-RU" sz="1050" dirty="0" smtClean="0"/>
            <a:t>в сочетании с </a:t>
          </a:r>
          <a:r>
            <a:rPr lang="ru-RU" sz="1050" dirty="0" err="1" smtClean="0"/>
            <a:t>предикативом</a:t>
          </a:r>
          <a:r>
            <a:rPr lang="ru-RU" sz="1050" dirty="0" smtClean="0"/>
            <a:t> в значении</a:t>
          </a:r>
        </a:p>
        <a:p>
          <a:r>
            <a:rPr lang="ru-RU" sz="105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быть, являться, состоять, заключаться</a:t>
          </a:r>
          <a:endParaRPr lang="ru-RU" sz="1050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F2CFED-9911-401F-88FF-CA73FCBBD03C}" type="parTrans" cxnId="{5BA281ED-1DA4-4770-A5AE-15F1D74748E1}">
      <dgm:prSet/>
      <dgm:spPr/>
      <dgm:t>
        <a:bodyPr/>
        <a:lstStyle/>
        <a:p>
          <a:endParaRPr lang="ru-RU"/>
        </a:p>
      </dgm:t>
    </dgm:pt>
    <dgm:pt modelId="{53425428-9E0F-4AC4-880B-E376A1E646D7}" type="sibTrans" cxnId="{5BA281ED-1DA4-4770-A5AE-15F1D74748E1}">
      <dgm:prSet/>
      <dgm:spPr/>
      <dgm:t>
        <a:bodyPr/>
        <a:lstStyle/>
        <a:p>
          <a:endParaRPr lang="ru-RU"/>
        </a:p>
      </dgm:t>
    </dgm:pt>
    <dgm:pt modelId="{701FC3F5-56B6-435C-A0B0-26EBB1732413}">
      <dgm:prSet custT="1"/>
      <dgm:spPr/>
      <dgm:t>
        <a:bodyPr/>
        <a:lstStyle/>
        <a:p>
          <a:pPr>
            <a:lnSpc>
              <a:spcPct val="90000"/>
            </a:lnSpc>
            <a:spcAft>
              <a:spcPct val="35000"/>
            </a:spcAft>
          </a:pPr>
          <a:r>
            <a:rPr lang="en-US" sz="1000" b="1" dirty="0" smtClean="0"/>
            <a:t>be+</a:t>
          </a:r>
          <a:r>
            <a:rPr lang="ru-RU" sz="1000" b="1" dirty="0" err="1" smtClean="0"/>
            <a:t>предикатив</a:t>
          </a:r>
          <a:endParaRPr lang="ru-RU" sz="1000" b="1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000" b="0" dirty="0" smtClean="0"/>
            <a:t>My friend </a:t>
          </a:r>
          <a:r>
            <a:rPr lang="en-US" sz="1000" b="1" i="0" dirty="0" smtClean="0"/>
            <a:t>is</a:t>
          </a:r>
          <a:r>
            <a:rPr lang="en-US" sz="1000" b="1" dirty="0" smtClean="0"/>
            <a:t> a designer</a:t>
          </a:r>
          <a:r>
            <a:rPr lang="en-US" sz="1000" b="0" dirty="0" smtClean="0"/>
            <a:t>. </a:t>
          </a:r>
          <a:endParaRPr lang="ru-RU" sz="1000" b="0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000" b="0" dirty="0" err="1" smtClean="0"/>
            <a:t>Мой</a:t>
          </a:r>
          <a:r>
            <a:rPr lang="en-US" sz="1000" b="0" dirty="0" smtClean="0"/>
            <a:t> </a:t>
          </a:r>
          <a:r>
            <a:rPr lang="en-US" sz="1000" b="0" dirty="0" err="1" smtClean="0"/>
            <a:t>друг</a:t>
          </a:r>
          <a:r>
            <a:rPr lang="en-US" sz="1000" b="0" dirty="0" smtClean="0"/>
            <a:t> —</a:t>
          </a:r>
          <a:r>
            <a:rPr lang="ru-RU" sz="1000" b="0" dirty="0" smtClean="0"/>
            <a:t> конструктор.</a:t>
          </a:r>
        </a:p>
        <a:p>
          <a:pPr>
            <a:lnSpc>
              <a:spcPct val="100000"/>
            </a:lnSpc>
            <a:spcAft>
              <a:spcPts val="0"/>
            </a:spcAft>
          </a:pPr>
          <a:endParaRPr lang="ru-RU" sz="500" b="0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000" b="0" dirty="0" smtClean="0"/>
            <a:t>His aim </a:t>
          </a:r>
          <a:r>
            <a:rPr lang="en-US" sz="1000" b="1" dirty="0" smtClean="0"/>
            <a:t>was to become</a:t>
          </a:r>
          <a:r>
            <a:rPr lang="en-US" sz="1000" b="0" dirty="0" smtClean="0"/>
            <a:t> a designer.</a:t>
          </a:r>
          <a:endParaRPr lang="ru-RU" sz="1000" b="0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sz="1000" b="0" dirty="0" smtClean="0"/>
            <a:t>Его целью </a:t>
          </a:r>
          <a:r>
            <a:rPr lang="ru-RU" sz="1000" b="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было стать</a:t>
          </a:r>
          <a:r>
            <a:rPr lang="ru-RU" sz="1000" b="0" dirty="0" smtClean="0"/>
            <a:t> конструктором.</a:t>
          </a:r>
          <a:endParaRPr lang="ru-RU" sz="1000" dirty="0"/>
        </a:p>
      </dgm:t>
    </dgm:pt>
    <dgm:pt modelId="{CFDD3ACE-DDEE-4E91-B4B1-5C9FEC19EE2F}" type="parTrans" cxnId="{699345F0-B7E6-402B-B02D-35A584C91979}">
      <dgm:prSet/>
      <dgm:spPr/>
      <dgm:t>
        <a:bodyPr/>
        <a:lstStyle/>
        <a:p>
          <a:endParaRPr lang="ru-RU"/>
        </a:p>
      </dgm:t>
    </dgm:pt>
    <dgm:pt modelId="{9CBF5F10-BB38-45B2-AC7B-510E9A200F7C}" type="sibTrans" cxnId="{699345F0-B7E6-402B-B02D-35A584C91979}">
      <dgm:prSet/>
      <dgm:spPr/>
      <dgm:t>
        <a:bodyPr/>
        <a:lstStyle/>
        <a:p>
          <a:endParaRPr lang="ru-RU"/>
        </a:p>
      </dgm:t>
    </dgm:pt>
    <dgm:pt modelId="{03D3CCEF-4BE1-4CFC-AF86-4D8FB4C8A853}" type="pres">
      <dgm:prSet presAssocID="{12A5CA53-4ACF-4802-8A06-CBF3CAAC1B4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30F3B3F-1976-4CEF-A892-4CFBC16F9729}" type="pres">
      <dgm:prSet presAssocID="{D4F63B6F-29AC-4ED2-B3AC-6C901EDD1E69}" presName="root1" presStyleCnt="0"/>
      <dgm:spPr/>
    </dgm:pt>
    <dgm:pt modelId="{979A9F9F-6D13-492A-9F2B-5A364E162FB6}" type="pres">
      <dgm:prSet presAssocID="{D4F63B6F-29AC-4ED2-B3AC-6C901EDD1E69}" presName="LevelOneTextNode" presStyleLbl="node0" presStyleIdx="0" presStyleCnt="1" custScaleX="4635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AD527B2-9701-4F31-8BCA-316BA9C5E5D7}" type="pres">
      <dgm:prSet presAssocID="{D4F63B6F-29AC-4ED2-B3AC-6C901EDD1E69}" presName="level2hierChild" presStyleCnt="0"/>
      <dgm:spPr/>
    </dgm:pt>
    <dgm:pt modelId="{BEAAA359-2A17-49A3-82EB-739B6856E4E3}" type="pres">
      <dgm:prSet presAssocID="{3C7568D2-46AE-4ED0-AE6B-6252E52E3F58}" presName="conn2-1" presStyleLbl="parChTrans1D2" presStyleIdx="0" presStyleCnt="4"/>
      <dgm:spPr/>
      <dgm:t>
        <a:bodyPr/>
        <a:lstStyle/>
        <a:p>
          <a:endParaRPr lang="ru-RU"/>
        </a:p>
      </dgm:t>
    </dgm:pt>
    <dgm:pt modelId="{CBBC8060-D992-441B-8F91-A3EFB5E14CE5}" type="pres">
      <dgm:prSet presAssocID="{3C7568D2-46AE-4ED0-AE6B-6252E52E3F58}" presName="connTx" presStyleLbl="parChTrans1D2" presStyleIdx="0" presStyleCnt="4"/>
      <dgm:spPr/>
      <dgm:t>
        <a:bodyPr/>
        <a:lstStyle/>
        <a:p>
          <a:endParaRPr lang="ru-RU"/>
        </a:p>
      </dgm:t>
    </dgm:pt>
    <dgm:pt modelId="{C8BC5857-6398-4455-BAA6-06B4C88C2E9A}" type="pres">
      <dgm:prSet presAssocID="{B84842E8-94D8-41B9-AA68-2682EBFD9FB7}" presName="root2" presStyleCnt="0"/>
      <dgm:spPr/>
    </dgm:pt>
    <dgm:pt modelId="{A2861469-7508-4E25-9ED8-0826B853DBA9}" type="pres">
      <dgm:prSet presAssocID="{B84842E8-94D8-41B9-AA68-2682EBFD9FB7}" presName="LevelTwoTextNode" presStyleLbl="node2" presStyleIdx="0" presStyleCnt="4" custScaleX="107472" custLinFactNeighborX="-17169" custLinFactNeighborY="-477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966C1E6-E783-491C-B65E-C5C62E42E46A}" type="pres">
      <dgm:prSet presAssocID="{B84842E8-94D8-41B9-AA68-2682EBFD9FB7}" presName="level3hierChild" presStyleCnt="0"/>
      <dgm:spPr/>
    </dgm:pt>
    <dgm:pt modelId="{ECDE70AA-F3C6-4CEA-B50D-AC75C9D2E4DD}" type="pres">
      <dgm:prSet presAssocID="{6F1E4144-3325-461D-BCF2-E9C2316E82E0}" presName="conn2-1" presStyleLbl="parChTrans1D3" presStyleIdx="0" presStyleCnt="4"/>
      <dgm:spPr/>
      <dgm:t>
        <a:bodyPr/>
        <a:lstStyle/>
        <a:p>
          <a:endParaRPr lang="ru-RU"/>
        </a:p>
      </dgm:t>
    </dgm:pt>
    <dgm:pt modelId="{EC714F85-921D-4608-99AB-3C6AC2FF3D58}" type="pres">
      <dgm:prSet presAssocID="{6F1E4144-3325-461D-BCF2-E9C2316E82E0}" presName="connTx" presStyleLbl="parChTrans1D3" presStyleIdx="0" presStyleCnt="4"/>
      <dgm:spPr/>
      <dgm:t>
        <a:bodyPr/>
        <a:lstStyle/>
        <a:p>
          <a:endParaRPr lang="ru-RU"/>
        </a:p>
      </dgm:t>
    </dgm:pt>
    <dgm:pt modelId="{696F1200-0F5D-4A2F-80E9-7FB8BF8EAC16}" type="pres">
      <dgm:prSet presAssocID="{8B03491D-1BE5-44A1-B75F-5EF96959C2AE}" presName="root2" presStyleCnt="0"/>
      <dgm:spPr/>
    </dgm:pt>
    <dgm:pt modelId="{4951981A-372E-47D4-BC50-1F8238AAB045}" type="pres">
      <dgm:prSet presAssocID="{8B03491D-1BE5-44A1-B75F-5EF96959C2AE}" presName="LevelTwoTextNode" presStyleLbl="node3" presStyleIdx="0" presStyleCnt="4" custScaleX="91219" custScaleY="147633" custLinFactNeighborX="-12288" custLinFactNeighborY="-835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362D75E-1B8E-494A-89C8-46413021A630}" type="pres">
      <dgm:prSet presAssocID="{8B03491D-1BE5-44A1-B75F-5EF96959C2AE}" presName="level3hierChild" presStyleCnt="0"/>
      <dgm:spPr/>
    </dgm:pt>
    <dgm:pt modelId="{766D0B1F-583F-47B1-A662-B8E63E45C908}" type="pres">
      <dgm:prSet presAssocID="{280D74DE-8DA9-4418-8A85-29FBF6F79B19}" presName="conn2-1" presStyleLbl="parChTrans1D4" presStyleIdx="0" presStyleCnt="4"/>
      <dgm:spPr/>
      <dgm:t>
        <a:bodyPr/>
        <a:lstStyle/>
        <a:p>
          <a:endParaRPr lang="ru-RU"/>
        </a:p>
      </dgm:t>
    </dgm:pt>
    <dgm:pt modelId="{DBE6A3DC-0100-4195-B140-290103669EE8}" type="pres">
      <dgm:prSet presAssocID="{280D74DE-8DA9-4418-8A85-29FBF6F79B19}" presName="connTx" presStyleLbl="parChTrans1D4" presStyleIdx="0" presStyleCnt="4"/>
      <dgm:spPr/>
      <dgm:t>
        <a:bodyPr/>
        <a:lstStyle/>
        <a:p>
          <a:endParaRPr lang="ru-RU"/>
        </a:p>
      </dgm:t>
    </dgm:pt>
    <dgm:pt modelId="{E411733A-28FF-403E-9CE7-3821873CE6A8}" type="pres">
      <dgm:prSet presAssocID="{DBCC8A23-06A7-49BC-86D7-D3D2D31A9E18}" presName="root2" presStyleCnt="0"/>
      <dgm:spPr/>
    </dgm:pt>
    <dgm:pt modelId="{BBECC775-FD7E-43E7-BA68-4A563591B2BB}" type="pres">
      <dgm:prSet presAssocID="{DBCC8A23-06A7-49BC-86D7-D3D2D31A9E18}" presName="LevelTwoTextNode" presStyleLbl="node4" presStyleIdx="0" presStyleCnt="4" custScaleX="208585" custScaleY="160844" custLinFactNeighborX="1987" custLinFactNeighborY="-736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6F9DE36-0BE6-4255-A15E-BE9A5BEBE188}" type="pres">
      <dgm:prSet presAssocID="{DBCC8A23-06A7-49BC-86D7-D3D2D31A9E18}" presName="level3hierChild" presStyleCnt="0"/>
      <dgm:spPr/>
    </dgm:pt>
    <dgm:pt modelId="{AA8E896F-F9A3-492C-AFB5-B0B667A9D434}" type="pres">
      <dgm:prSet presAssocID="{461F93A6-C5F5-4DD7-AB73-A119595A76D1}" presName="conn2-1" presStyleLbl="parChTrans1D2" presStyleIdx="1" presStyleCnt="4"/>
      <dgm:spPr/>
      <dgm:t>
        <a:bodyPr/>
        <a:lstStyle/>
        <a:p>
          <a:endParaRPr lang="ru-RU"/>
        </a:p>
      </dgm:t>
    </dgm:pt>
    <dgm:pt modelId="{C185ACE0-0FFE-430F-852E-86920D1CB0C8}" type="pres">
      <dgm:prSet presAssocID="{461F93A6-C5F5-4DD7-AB73-A119595A76D1}" presName="connTx" presStyleLbl="parChTrans1D2" presStyleIdx="1" presStyleCnt="4"/>
      <dgm:spPr/>
      <dgm:t>
        <a:bodyPr/>
        <a:lstStyle/>
        <a:p>
          <a:endParaRPr lang="ru-RU"/>
        </a:p>
      </dgm:t>
    </dgm:pt>
    <dgm:pt modelId="{A5DB96B5-33BF-4122-BA50-7FC86A3B471F}" type="pres">
      <dgm:prSet presAssocID="{8E98DFA2-5718-4130-B498-8BE77937F90A}" presName="root2" presStyleCnt="0"/>
      <dgm:spPr/>
    </dgm:pt>
    <dgm:pt modelId="{2DD5AFF6-397B-4C6A-B39B-CA53C647266F}" type="pres">
      <dgm:prSet presAssocID="{8E98DFA2-5718-4130-B498-8BE77937F90A}" presName="LevelTwoTextNode" presStyleLbl="node2" presStyleIdx="1" presStyleCnt="4" custScaleX="104633" custLinFactY="74075" custLinFactNeighborX="-17169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CE0235B-5A13-4DBC-8313-5D2E57735872}" type="pres">
      <dgm:prSet presAssocID="{8E98DFA2-5718-4130-B498-8BE77937F90A}" presName="level3hierChild" presStyleCnt="0"/>
      <dgm:spPr/>
    </dgm:pt>
    <dgm:pt modelId="{7CA16EAF-6817-40EC-832E-A4956DA01040}" type="pres">
      <dgm:prSet presAssocID="{734FEB14-F283-4496-991F-47B28A5A0C1C}" presName="conn2-1" presStyleLbl="parChTrans1D3" presStyleIdx="1" presStyleCnt="4"/>
      <dgm:spPr/>
      <dgm:t>
        <a:bodyPr/>
        <a:lstStyle/>
        <a:p>
          <a:endParaRPr lang="ru-RU"/>
        </a:p>
      </dgm:t>
    </dgm:pt>
    <dgm:pt modelId="{9EA387B6-75C8-4C14-98DE-FCDA716187B8}" type="pres">
      <dgm:prSet presAssocID="{734FEB14-F283-4496-991F-47B28A5A0C1C}" presName="connTx" presStyleLbl="parChTrans1D3" presStyleIdx="1" presStyleCnt="4"/>
      <dgm:spPr/>
      <dgm:t>
        <a:bodyPr/>
        <a:lstStyle/>
        <a:p>
          <a:endParaRPr lang="ru-RU"/>
        </a:p>
      </dgm:t>
    </dgm:pt>
    <dgm:pt modelId="{0386987C-5089-47C1-87C3-04F53464DF8D}" type="pres">
      <dgm:prSet presAssocID="{A26FB35F-1B46-4AE7-A8F8-E87CB626F39D}" presName="root2" presStyleCnt="0"/>
      <dgm:spPr/>
    </dgm:pt>
    <dgm:pt modelId="{CB66DC6F-CF5E-4C7D-8ACF-1848C1DCA832}" type="pres">
      <dgm:prSet presAssocID="{A26FB35F-1B46-4AE7-A8F8-E87CB626F39D}" presName="LevelTwoTextNode" presStyleLbl="node3" presStyleIdx="1" presStyleCnt="4" custScaleX="90438" custScaleY="152285" custLinFactY="70403" custLinFactNeighborX="-7764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3CAEB7A-68CB-4164-AD1A-894BF0C22D5B}" type="pres">
      <dgm:prSet presAssocID="{A26FB35F-1B46-4AE7-A8F8-E87CB626F39D}" presName="level3hierChild" presStyleCnt="0"/>
      <dgm:spPr/>
    </dgm:pt>
    <dgm:pt modelId="{43C838D8-D22E-44A1-B20B-5D6265C8D118}" type="pres">
      <dgm:prSet presAssocID="{99F38F12-2E00-456D-9A18-C4B47D48600E}" presName="conn2-1" presStyleLbl="parChTrans1D4" presStyleIdx="1" presStyleCnt="4"/>
      <dgm:spPr/>
      <dgm:t>
        <a:bodyPr/>
        <a:lstStyle/>
        <a:p>
          <a:endParaRPr lang="ru-RU"/>
        </a:p>
      </dgm:t>
    </dgm:pt>
    <dgm:pt modelId="{CB45D1C8-93A6-498E-BBE4-6031AA6D39C3}" type="pres">
      <dgm:prSet presAssocID="{99F38F12-2E00-456D-9A18-C4B47D48600E}" presName="connTx" presStyleLbl="parChTrans1D4" presStyleIdx="1" presStyleCnt="4"/>
      <dgm:spPr/>
      <dgm:t>
        <a:bodyPr/>
        <a:lstStyle/>
        <a:p>
          <a:endParaRPr lang="ru-RU"/>
        </a:p>
      </dgm:t>
    </dgm:pt>
    <dgm:pt modelId="{5D09691F-AC6B-4CF3-80ED-EA500C9D2775}" type="pres">
      <dgm:prSet presAssocID="{2245FA50-E324-4BCD-A3EF-377891AC8749}" presName="root2" presStyleCnt="0"/>
      <dgm:spPr/>
    </dgm:pt>
    <dgm:pt modelId="{97971C19-DA93-4017-876E-0C893190C6AE}" type="pres">
      <dgm:prSet presAssocID="{2245FA50-E324-4BCD-A3EF-377891AC8749}" presName="LevelTwoTextNode" presStyleLbl="node4" presStyleIdx="1" presStyleCnt="4" custScaleX="210497" custScaleY="166993" custLinFactY="67819" custLinFactNeighborX="5899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BD9D7D9-6DBC-4818-AA85-B2489686AF9C}" type="pres">
      <dgm:prSet presAssocID="{2245FA50-E324-4BCD-A3EF-377891AC8749}" presName="level3hierChild" presStyleCnt="0"/>
      <dgm:spPr/>
    </dgm:pt>
    <dgm:pt modelId="{94794D1D-5818-454A-9130-9F53FE19EF3E}" type="pres">
      <dgm:prSet presAssocID="{EDE96304-3EEF-4842-B6F7-29F79F34BABC}" presName="conn2-1" presStyleLbl="parChTrans1D2" presStyleIdx="2" presStyleCnt="4"/>
      <dgm:spPr/>
      <dgm:t>
        <a:bodyPr/>
        <a:lstStyle/>
        <a:p>
          <a:endParaRPr lang="ru-RU"/>
        </a:p>
      </dgm:t>
    </dgm:pt>
    <dgm:pt modelId="{14C01969-88F1-4B32-B66C-38172E89EA4A}" type="pres">
      <dgm:prSet presAssocID="{EDE96304-3EEF-4842-B6F7-29F79F34BABC}" presName="connTx" presStyleLbl="parChTrans1D2" presStyleIdx="2" presStyleCnt="4"/>
      <dgm:spPr/>
      <dgm:t>
        <a:bodyPr/>
        <a:lstStyle/>
        <a:p>
          <a:endParaRPr lang="ru-RU"/>
        </a:p>
      </dgm:t>
    </dgm:pt>
    <dgm:pt modelId="{1808F73A-3859-47DA-9D26-740AE322CCD8}" type="pres">
      <dgm:prSet presAssocID="{F7AEE637-C173-45B0-853F-6821AA3D8DD5}" presName="root2" presStyleCnt="0"/>
      <dgm:spPr/>
    </dgm:pt>
    <dgm:pt modelId="{B35DF259-0BC2-4A01-BBC3-C03718EBA6BB}" type="pres">
      <dgm:prSet presAssocID="{F7AEE637-C173-45B0-853F-6821AA3D8DD5}" presName="LevelTwoTextNode" presStyleLbl="node2" presStyleIdx="2" presStyleCnt="4" custScaleX="108516" custLinFactY="64910" custLinFactNeighborX="-17169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7A7CD8E-5B9B-4452-AB1A-4BB0B87EF2C1}" type="pres">
      <dgm:prSet presAssocID="{F7AEE637-C173-45B0-853F-6821AA3D8DD5}" presName="level3hierChild" presStyleCnt="0"/>
      <dgm:spPr/>
    </dgm:pt>
    <dgm:pt modelId="{D3E2574E-2025-43DC-85D5-353E1639CFEC}" type="pres">
      <dgm:prSet presAssocID="{2397585B-1582-4602-84D0-B30A8C15A644}" presName="conn2-1" presStyleLbl="parChTrans1D3" presStyleIdx="2" presStyleCnt="4"/>
      <dgm:spPr/>
      <dgm:t>
        <a:bodyPr/>
        <a:lstStyle/>
        <a:p>
          <a:endParaRPr lang="ru-RU"/>
        </a:p>
      </dgm:t>
    </dgm:pt>
    <dgm:pt modelId="{3FDF737E-1266-4CEF-A112-914DD97E8577}" type="pres">
      <dgm:prSet presAssocID="{2397585B-1582-4602-84D0-B30A8C15A644}" presName="connTx" presStyleLbl="parChTrans1D3" presStyleIdx="2" presStyleCnt="4"/>
      <dgm:spPr/>
      <dgm:t>
        <a:bodyPr/>
        <a:lstStyle/>
        <a:p>
          <a:endParaRPr lang="ru-RU"/>
        </a:p>
      </dgm:t>
    </dgm:pt>
    <dgm:pt modelId="{3EF9752C-CDDF-4C92-BC3C-C3446A0ECF5C}" type="pres">
      <dgm:prSet presAssocID="{63BCB368-1861-44CA-BBC6-4CA42BBD51D9}" presName="root2" presStyleCnt="0"/>
      <dgm:spPr/>
    </dgm:pt>
    <dgm:pt modelId="{67AE4D55-17E6-4929-9003-E679C39D1073}" type="pres">
      <dgm:prSet presAssocID="{63BCB368-1861-44CA-BBC6-4CA42BBD51D9}" presName="LevelTwoTextNode" presStyleLbl="node3" presStyleIdx="2" presStyleCnt="4" custScaleX="91134" custScaleY="146440" custLinFactY="68255" custLinFactNeighborX="-8370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6F150BB-20CA-4F0F-891B-49F5D6BC674D}" type="pres">
      <dgm:prSet presAssocID="{63BCB368-1861-44CA-BBC6-4CA42BBD51D9}" presName="level3hierChild" presStyleCnt="0"/>
      <dgm:spPr/>
    </dgm:pt>
    <dgm:pt modelId="{DA1BD843-1E90-436A-A334-53CF1E51C253}" type="pres">
      <dgm:prSet presAssocID="{72AEEEC0-6858-4668-BF7C-13CB32C6C040}" presName="conn2-1" presStyleLbl="parChTrans1D4" presStyleIdx="2" presStyleCnt="4"/>
      <dgm:spPr/>
      <dgm:t>
        <a:bodyPr/>
        <a:lstStyle/>
        <a:p>
          <a:endParaRPr lang="ru-RU"/>
        </a:p>
      </dgm:t>
    </dgm:pt>
    <dgm:pt modelId="{30EAE11F-D6F3-49B2-82C8-37B2AEF27C06}" type="pres">
      <dgm:prSet presAssocID="{72AEEEC0-6858-4668-BF7C-13CB32C6C040}" presName="connTx" presStyleLbl="parChTrans1D4" presStyleIdx="2" presStyleCnt="4"/>
      <dgm:spPr/>
      <dgm:t>
        <a:bodyPr/>
        <a:lstStyle/>
        <a:p>
          <a:endParaRPr lang="ru-RU"/>
        </a:p>
      </dgm:t>
    </dgm:pt>
    <dgm:pt modelId="{31A79F18-AFB9-40B2-B98D-8449099B79E4}" type="pres">
      <dgm:prSet presAssocID="{10B46B12-99DA-4E78-AB5A-6D1AD980DA48}" presName="root2" presStyleCnt="0"/>
      <dgm:spPr/>
    </dgm:pt>
    <dgm:pt modelId="{4BD6AB6D-3D4F-4CDE-8E6B-7A821A109FF0}" type="pres">
      <dgm:prSet presAssocID="{10B46B12-99DA-4E78-AB5A-6D1AD980DA48}" presName="LevelTwoTextNode" presStyleLbl="node4" presStyleIdx="2" presStyleCnt="4" custScaleX="208944" custScaleY="159226" custLinFactY="70774" custLinFactNeighborX="2597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C8FCD52-E582-4348-8478-4DE2EA0FC9D1}" type="pres">
      <dgm:prSet presAssocID="{10B46B12-99DA-4E78-AB5A-6D1AD980DA48}" presName="level3hierChild" presStyleCnt="0"/>
      <dgm:spPr/>
    </dgm:pt>
    <dgm:pt modelId="{A06EA24D-B5CD-4E2D-9BED-7D4729344DCF}" type="pres">
      <dgm:prSet presAssocID="{783DDF34-407E-418E-9210-2069DD534245}" presName="conn2-1" presStyleLbl="parChTrans1D2" presStyleIdx="3" presStyleCnt="4"/>
      <dgm:spPr/>
      <dgm:t>
        <a:bodyPr/>
        <a:lstStyle/>
        <a:p>
          <a:endParaRPr lang="ru-RU"/>
        </a:p>
      </dgm:t>
    </dgm:pt>
    <dgm:pt modelId="{D9703B8E-AA15-4650-BA07-B95AC16ADF79}" type="pres">
      <dgm:prSet presAssocID="{783DDF34-407E-418E-9210-2069DD534245}" presName="connTx" presStyleLbl="parChTrans1D2" presStyleIdx="3" presStyleCnt="4"/>
      <dgm:spPr/>
      <dgm:t>
        <a:bodyPr/>
        <a:lstStyle/>
        <a:p>
          <a:endParaRPr lang="ru-RU"/>
        </a:p>
      </dgm:t>
    </dgm:pt>
    <dgm:pt modelId="{4D38275C-4C9D-45B5-8E99-E3FA0AD4DD67}" type="pres">
      <dgm:prSet presAssocID="{6696DB99-8C6D-4189-9392-4BAEE68EB35F}" presName="root2" presStyleCnt="0"/>
      <dgm:spPr/>
    </dgm:pt>
    <dgm:pt modelId="{61B9C421-9483-409F-A7FB-32624F83566C}" type="pres">
      <dgm:prSet presAssocID="{6696DB99-8C6D-4189-9392-4BAEE68EB35F}" presName="LevelTwoTextNode" presStyleLbl="node2" presStyleIdx="3" presStyleCnt="4" custScaleX="105478" custLinFactY="-153777" custLinFactNeighborX="-17169" custLinFactNeighborY="-2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8FD4FF5-683E-424B-97C9-110AA7FEFDDC}" type="pres">
      <dgm:prSet presAssocID="{6696DB99-8C6D-4189-9392-4BAEE68EB35F}" presName="level3hierChild" presStyleCnt="0"/>
      <dgm:spPr/>
    </dgm:pt>
    <dgm:pt modelId="{8AC38C23-0645-4B81-B29D-47AD7BE4B83D}" type="pres">
      <dgm:prSet presAssocID="{A2F2CFED-9911-401F-88FF-CA73FCBBD03C}" presName="conn2-1" presStyleLbl="parChTrans1D3" presStyleIdx="3" presStyleCnt="4"/>
      <dgm:spPr/>
      <dgm:t>
        <a:bodyPr/>
        <a:lstStyle/>
        <a:p>
          <a:endParaRPr lang="ru-RU"/>
        </a:p>
      </dgm:t>
    </dgm:pt>
    <dgm:pt modelId="{9B5F5BF5-8E39-4EF7-8003-260234A63AAD}" type="pres">
      <dgm:prSet presAssocID="{A2F2CFED-9911-401F-88FF-CA73FCBBD03C}" presName="connTx" presStyleLbl="parChTrans1D3" presStyleIdx="3" presStyleCnt="4"/>
      <dgm:spPr/>
      <dgm:t>
        <a:bodyPr/>
        <a:lstStyle/>
        <a:p>
          <a:endParaRPr lang="ru-RU"/>
        </a:p>
      </dgm:t>
    </dgm:pt>
    <dgm:pt modelId="{58EF39D3-F4FD-4048-8415-AB1AD4AA15C9}" type="pres">
      <dgm:prSet presAssocID="{242E37C1-090A-4008-9DA7-46EC4D069094}" presName="root2" presStyleCnt="0"/>
      <dgm:spPr/>
    </dgm:pt>
    <dgm:pt modelId="{AC5D7E3F-018D-4A20-A703-E894C6EED694}" type="pres">
      <dgm:prSet presAssocID="{242E37C1-090A-4008-9DA7-46EC4D069094}" presName="LevelTwoTextNode" presStyleLbl="node3" presStyleIdx="3" presStyleCnt="4" custScaleX="90357" custScaleY="158035" custLinFactY="-154573" custLinFactNeighborX="-8609" custLinFactNeighborY="-2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0107543-5833-4130-98B2-86CD04A68B3A}" type="pres">
      <dgm:prSet presAssocID="{242E37C1-090A-4008-9DA7-46EC4D069094}" presName="level3hierChild" presStyleCnt="0"/>
      <dgm:spPr/>
    </dgm:pt>
    <dgm:pt modelId="{1E60C52A-88FD-4FEC-BCA8-7EFC214FB2E2}" type="pres">
      <dgm:prSet presAssocID="{CFDD3ACE-DDEE-4E91-B4B1-5C9FEC19EE2F}" presName="conn2-1" presStyleLbl="parChTrans1D4" presStyleIdx="3" presStyleCnt="4"/>
      <dgm:spPr/>
      <dgm:t>
        <a:bodyPr/>
        <a:lstStyle/>
        <a:p>
          <a:endParaRPr lang="ru-RU"/>
        </a:p>
      </dgm:t>
    </dgm:pt>
    <dgm:pt modelId="{87E638D0-887C-49AD-8D10-26BBFFF6BCC6}" type="pres">
      <dgm:prSet presAssocID="{CFDD3ACE-DDEE-4E91-B4B1-5C9FEC19EE2F}" presName="connTx" presStyleLbl="parChTrans1D4" presStyleIdx="3" presStyleCnt="4"/>
      <dgm:spPr/>
      <dgm:t>
        <a:bodyPr/>
        <a:lstStyle/>
        <a:p>
          <a:endParaRPr lang="ru-RU"/>
        </a:p>
      </dgm:t>
    </dgm:pt>
    <dgm:pt modelId="{AF82D3BA-4245-4CDF-A495-06BD4C5DF2F2}" type="pres">
      <dgm:prSet presAssocID="{701FC3F5-56B6-435C-A0B0-26EBB1732413}" presName="root2" presStyleCnt="0"/>
      <dgm:spPr/>
    </dgm:pt>
    <dgm:pt modelId="{4C2BD9F6-A7A2-4CCA-AD09-DABAA35BDB2A}" type="pres">
      <dgm:prSet presAssocID="{701FC3F5-56B6-435C-A0B0-26EBB1732413}" presName="LevelTwoTextNode" presStyleLbl="node4" presStyleIdx="3" presStyleCnt="4" custScaleX="208766" custScaleY="152492" custLinFactY="-157345" custLinFactNeighborX="5135" custLinFactNeighborY="-2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BFD05CA-C6D1-4825-9D35-4DF6FD20F574}" type="pres">
      <dgm:prSet presAssocID="{701FC3F5-56B6-435C-A0B0-26EBB1732413}" presName="level3hierChild" presStyleCnt="0"/>
      <dgm:spPr/>
    </dgm:pt>
  </dgm:ptLst>
  <dgm:cxnLst>
    <dgm:cxn modelId="{BBA1B8C8-689A-4B00-A22C-910429307C13}" type="presOf" srcId="{CFDD3ACE-DDEE-4E91-B4B1-5C9FEC19EE2F}" destId="{1E60C52A-88FD-4FEC-BCA8-7EFC214FB2E2}" srcOrd="0" destOrd="0" presId="urn:microsoft.com/office/officeart/2005/8/layout/hierarchy2"/>
    <dgm:cxn modelId="{18CD903E-21CE-49F0-B21C-27563B7D5954}" type="presOf" srcId="{8E98DFA2-5718-4130-B498-8BE77937F90A}" destId="{2DD5AFF6-397B-4C6A-B39B-CA53C647266F}" srcOrd="0" destOrd="0" presId="urn:microsoft.com/office/officeart/2005/8/layout/hierarchy2"/>
    <dgm:cxn modelId="{D7D32CD6-7233-4010-B47D-AC789820A0B2}" type="presOf" srcId="{734FEB14-F283-4496-991F-47B28A5A0C1C}" destId="{7CA16EAF-6817-40EC-832E-A4956DA01040}" srcOrd="0" destOrd="0" presId="urn:microsoft.com/office/officeart/2005/8/layout/hierarchy2"/>
    <dgm:cxn modelId="{9283CEF3-38DD-4A5A-A686-2DEFE7246A2E}" srcId="{8B03491D-1BE5-44A1-B75F-5EF96959C2AE}" destId="{DBCC8A23-06A7-49BC-86D7-D3D2D31A9E18}" srcOrd="0" destOrd="0" parTransId="{280D74DE-8DA9-4418-8A85-29FBF6F79B19}" sibTransId="{CE7319F1-0EBF-4D09-8C2B-EB692A363823}"/>
    <dgm:cxn modelId="{4E6FF4AC-C52C-485A-A4E4-796969F3AA9F}" type="presOf" srcId="{72AEEEC0-6858-4668-BF7C-13CB32C6C040}" destId="{30EAE11F-D6F3-49B2-82C8-37B2AEF27C06}" srcOrd="1" destOrd="0" presId="urn:microsoft.com/office/officeart/2005/8/layout/hierarchy2"/>
    <dgm:cxn modelId="{6D732FDA-D1F1-4EFD-8932-E0A0343E9EC5}" type="presOf" srcId="{2245FA50-E324-4BCD-A3EF-377891AC8749}" destId="{97971C19-DA93-4017-876E-0C893190C6AE}" srcOrd="0" destOrd="0" presId="urn:microsoft.com/office/officeart/2005/8/layout/hierarchy2"/>
    <dgm:cxn modelId="{7E6D2E30-1F9C-4D35-BF51-53C30A623D53}" type="presOf" srcId="{2397585B-1582-4602-84D0-B30A8C15A644}" destId="{3FDF737E-1266-4CEF-A112-914DD97E8577}" srcOrd="1" destOrd="0" presId="urn:microsoft.com/office/officeart/2005/8/layout/hierarchy2"/>
    <dgm:cxn modelId="{E793593C-76D5-442D-8564-10BC3F8F1F12}" type="presOf" srcId="{701FC3F5-56B6-435C-A0B0-26EBB1732413}" destId="{4C2BD9F6-A7A2-4CCA-AD09-DABAA35BDB2A}" srcOrd="0" destOrd="0" presId="urn:microsoft.com/office/officeart/2005/8/layout/hierarchy2"/>
    <dgm:cxn modelId="{8C818D09-9C5E-43A6-961D-D051B4DC9F67}" type="presOf" srcId="{CFDD3ACE-DDEE-4E91-B4B1-5C9FEC19EE2F}" destId="{87E638D0-887C-49AD-8D10-26BBFFF6BCC6}" srcOrd="1" destOrd="0" presId="urn:microsoft.com/office/officeart/2005/8/layout/hierarchy2"/>
    <dgm:cxn modelId="{34092DD1-4494-405D-A428-7B2A5A9400D2}" type="presOf" srcId="{3C7568D2-46AE-4ED0-AE6B-6252E52E3F58}" destId="{CBBC8060-D992-441B-8F91-A3EFB5E14CE5}" srcOrd="1" destOrd="0" presId="urn:microsoft.com/office/officeart/2005/8/layout/hierarchy2"/>
    <dgm:cxn modelId="{5BA281ED-1DA4-4770-A5AE-15F1D74748E1}" srcId="{6696DB99-8C6D-4189-9392-4BAEE68EB35F}" destId="{242E37C1-090A-4008-9DA7-46EC4D069094}" srcOrd="0" destOrd="0" parTransId="{A2F2CFED-9911-401F-88FF-CA73FCBBD03C}" sibTransId="{53425428-9E0F-4AC4-880B-E376A1E646D7}"/>
    <dgm:cxn modelId="{21014E3A-9ACF-4BED-897F-6E946D0924AF}" type="presOf" srcId="{F7AEE637-C173-45B0-853F-6821AA3D8DD5}" destId="{B35DF259-0BC2-4A01-BBC3-C03718EBA6BB}" srcOrd="0" destOrd="0" presId="urn:microsoft.com/office/officeart/2005/8/layout/hierarchy2"/>
    <dgm:cxn modelId="{498A20A0-826E-40B1-984A-C1B3F723A230}" type="presOf" srcId="{783DDF34-407E-418E-9210-2069DD534245}" destId="{A06EA24D-B5CD-4E2D-9BED-7D4729344DCF}" srcOrd="0" destOrd="0" presId="urn:microsoft.com/office/officeart/2005/8/layout/hierarchy2"/>
    <dgm:cxn modelId="{85BA65E3-5D22-483D-B9F9-5A96B1152004}" type="presOf" srcId="{B84842E8-94D8-41B9-AA68-2682EBFD9FB7}" destId="{A2861469-7508-4E25-9ED8-0826B853DBA9}" srcOrd="0" destOrd="0" presId="urn:microsoft.com/office/officeart/2005/8/layout/hierarchy2"/>
    <dgm:cxn modelId="{407478FC-BB5C-4DC5-89B6-217B6ABBAF8B}" srcId="{B84842E8-94D8-41B9-AA68-2682EBFD9FB7}" destId="{8B03491D-1BE5-44A1-B75F-5EF96959C2AE}" srcOrd="0" destOrd="0" parTransId="{6F1E4144-3325-461D-BCF2-E9C2316E82E0}" sibTransId="{4B778793-71A4-4AD6-A06B-D7C88D8477F3}"/>
    <dgm:cxn modelId="{E50F7839-9E49-4880-8B84-98BB2104F732}" type="presOf" srcId="{EDE96304-3EEF-4842-B6F7-29F79F34BABC}" destId="{94794D1D-5818-454A-9130-9F53FE19EF3E}" srcOrd="0" destOrd="0" presId="urn:microsoft.com/office/officeart/2005/8/layout/hierarchy2"/>
    <dgm:cxn modelId="{802E9F4C-D93D-4795-8F4C-56C6132FDA15}" type="presOf" srcId="{8B03491D-1BE5-44A1-B75F-5EF96959C2AE}" destId="{4951981A-372E-47D4-BC50-1F8238AAB045}" srcOrd="0" destOrd="0" presId="urn:microsoft.com/office/officeart/2005/8/layout/hierarchy2"/>
    <dgm:cxn modelId="{E4E173B0-2482-462C-9C40-C4C7C2352624}" srcId="{8E98DFA2-5718-4130-B498-8BE77937F90A}" destId="{A26FB35F-1B46-4AE7-A8F8-E87CB626F39D}" srcOrd="0" destOrd="0" parTransId="{734FEB14-F283-4496-991F-47B28A5A0C1C}" sibTransId="{28B577D2-B337-4546-AA96-8638751AEE91}"/>
    <dgm:cxn modelId="{47A5FF6A-3131-4A02-9569-46B0A338BD49}" type="presOf" srcId="{10B46B12-99DA-4E78-AB5A-6D1AD980DA48}" destId="{4BD6AB6D-3D4F-4CDE-8E6B-7A821A109FF0}" srcOrd="0" destOrd="0" presId="urn:microsoft.com/office/officeart/2005/8/layout/hierarchy2"/>
    <dgm:cxn modelId="{5E251A9B-230F-42F1-ACE2-BB86A30227BA}" type="presOf" srcId="{280D74DE-8DA9-4418-8A85-29FBF6F79B19}" destId="{DBE6A3DC-0100-4195-B140-290103669EE8}" srcOrd="1" destOrd="0" presId="urn:microsoft.com/office/officeart/2005/8/layout/hierarchy2"/>
    <dgm:cxn modelId="{EDE5E9C8-8C15-4A08-AE1C-193260A27FEE}" srcId="{D4F63B6F-29AC-4ED2-B3AC-6C901EDD1E69}" destId="{F7AEE637-C173-45B0-853F-6821AA3D8DD5}" srcOrd="2" destOrd="0" parTransId="{EDE96304-3EEF-4842-B6F7-29F79F34BABC}" sibTransId="{874D2E95-A531-42DF-BC81-815B4BF9DEC3}"/>
    <dgm:cxn modelId="{D32E0597-4864-4528-BB80-41A10F2DFB60}" srcId="{D4F63B6F-29AC-4ED2-B3AC-6C901EDD1E69}" destId="{B84842E8-94D8-41B9-AA68-2682EBFD9FB7}" srcOrd="0" destOrd="0" parTransId="{3C7568D2-46AE-4ED0-AE6B-6252E52E3F58}" sibTransId="{B5AFACED-8E9F-484B-BC65-F00B1DAC7D23}"/>
    <dgm:cxn modelId="{BC87DAC1-09D8-4BE3-B85A-8DD37411B011}" type="presOf" srcId="{6F1E4144-3325-461D-BCF2-E9C2316E82E0}" destId="{ECDE70AA-F3C6-4CEA-B50D-AC75C9D2E4DD}" srcOrd="0" destOrd="0" presId="urn:microsoft.com/office/officeart/2005/8/layout/hierarchy2"/>
    <dgm:cxn modelId="{ACBA4728-CFAF-47AC-9B8D-A98AC5D53556}" type="presOf" srcId="{A2F2CFED-9911-401F-88FF-CA73FCBBD03C}" destId="{9B5F5BF5-8E39-4EF7-8003-260234A63AAD}" srcOrd="1" destOrd="0" presId="urn:microsoft.com/office/officeart/2005/8/layout/hierarchy2"/>
    <dgm:cxn modelId="{60257069-34FD-4295-A4C3-625066354265}" type="presOf" srcId="{D4F63B6F-29AC-4ED2-B3AC-6C901EDD1E69}" destId="{979A9F9F-6D13-492A-9F2B-5A364E162FB6}" srcOrd="0" destOrd="0" presId="urn:microsoft.com/office/officeart/2005/8/layout/hierarchy2"/>
    <dgm:cxn modelId="{A380D993-163A-4012-A073-27783F1D1843}" type="presOf" srcId="{280D74DE-8DA9-4418-8A85-29FBF6F79B19}" destId="{766D0B1F-583F-47B1-A662-B8E63E45C908}" srcOrd="0" destOrd="0" presId="urn:microsoft.com/office/officeart/2005/8/layout/hierarchy2"/>
    <dgm:cxn modelId="{02766678-F7A8-4A4B-9C4B-CEE1495D2F48}" type="presOf" srcId="{12A5CA53-4ACF-4802-8A06-CBF3CAAC1B4D}" destId="{03D3CCEF-4BE1-4CFC-AF86-4D8FB4C8A853}" srcOrd="0" destOrd="0" presId="urn:microsoft.com/office/officeart/2005/8/layout/hierarchy2"/>
    <dgm:cxn modelId="{C2DC23CD-138A-41F4-8E01-25FE49FD6EA8}" type="presOf" srcId="{734FEB14-F283-4496-991F-47B28A5A0C1C}" destId="{9EA387B6-75C8-4C14-98DE-FCDA716187B8}" srcOrd="1" destOrd="0" presId="urn:microsoft.com/office/officeart/2005/8/layout/hierarchy2"/>
    <dgm:cxn modelId="{AAD6F57F-F259-426D-93F0-09677E5C4CA4}" type="presOf" srcId="{72AEEEC0-6858-4668-BF7C-13CB32C6C040}" destId="{DA1BD843-1E90-436A-A334-53CF1E51C253}" srcOrd="0" destOrd="0" presId="urn:microsoft.com/office/officeart/2005/8/layout/hierarchy2"/>
    <dgm:cxn modelId="{F7CCAC77-02C0-43A0-852F-7EED2D35DFD3}" srcId="{D4F63B6F-29AC-4ED2-B3AC-6C901EDD1E69}" destId="{6696DB99-8C6D-4189-9392-4BAEE68EB35F}" srcOrd="3" destOrd="0" parTransId="{783DDF34-407E-418E-9210-2069DD534245}" sibTransId="{9501812D-30AC-48CA-BDA6-44E27D5E1832}"/>
    <dgm:cxn modelId="{5F9296B0-387A-4C30-95A1-4458D40ECEB9}" type="presOf" srcId="{A26FB35F-1B46-4AE7-A8F8-E87CB626F39D}" destId="{CB66DC6F-CF5E-4C7D-8ACF-1848C1DCA832}" srcOrd="0" destOrd="0" presId="urn:microsoft.com/office/officeart/2005/8/layout/hierarchy2"/>
    <dgm:cxn modelId="{3FB41EAD-E258-4D27-98D2-39BF998EA5A3}" srcId="{A26FB35F-1B46-4AE7-A8F8-E87CB626F39D}" destId="{2245FA50-E324-4BCD-A3EF-377891AC8749}" srcOrd="0" destOrd="0" parTransId="{99F38F12-2E00-456D-9A18-C4B47D48600E}" sibTransId="{C7A59631-EBE9-4AB2-B050-2D681931C5EC}"/>
    <dgm:cxn modelId="{D8B546CB-C87B-43A3-BF57-2D3CC8B54961}" type="presOf" srcId="{DBCC8A23-06A7-49BC-86D7-D3D2D31A9E18}" destId="{BBECC775-FD7E-43E7-BA68-4A563591B2BB}" srcOrd="0" destOrd="0" presId="urn:microsoft.com/office/officeart/2005/8/layout/hierarchy2"/>
    <dgm:cxn modelId="{B5B1DEF1-5EE8-4FF6-B4F1-C31FA52CC63B}" type="presOf" srcId="{2397585B-1582-4602-84D0-B30A8C15A644}" destId="{D3E2574E-2025-43DC-85D5-353E1639CFEC}" srcOrd="0" destOrd="0" presId="urn:microsoft.com/office/officeart/2005/8/layout/hierarchy2"/>
    <dgm:cxn modelId="{6058550C-8BA8-47AC-B1CC-DF64000E49FA}" srcId="{12A5CA53-4ACF-4802-8A06-CBF3CAAC1B4D}" destId="{D4F63B6F-29AC-4ED2-B3AC-6C901EDD1E69}" srcOrd="0" destOrd="0" parTransId="{E15B62BF-5D28-4B2E-AD8A-BF16D8F04CA9}" sibTransId="{D301EC9E-C1F9-4CC1-9CA3-2E088B001B10}"/>
    <dgm:cxn modelId="{82FB5A2E-5DAD-4BC9-A38C-8B025AA96835}" type="presOf" srcId="{242E37C1-090A-4008-9DA7-46EC4D069094}" destId="{AC5D7E3F-018D-4A20-A703-E894C6EED694}" srcOrd="0" destOrd="0" presId="urn:microsoft.com/office/officeart/2005/8/layout/hierarchy2"/>
    <dgm:cxn modelId="{1DA5C581-9AD6-4978-A978-F163CDD1E902}" srcId="{63BCB368-1861-44CA-BBC6-4CA42BBD51D9}" destId="{10B46B12-99DA-4E78-AB5A-6D1AD980DA48}" srcOrd="0" destOrd="0" parTransId="{72AEEEC0-6858-4668-BF7C-13CB32C6C040}" sibTransId="{744CF903-03F2-45A8-BD12-CE2B16A11A4F}"/>
    <dgm:cxn modelId="{2620E7C5-592C-489D-A237-C20424809255}" type="presOf" srcId="{6696DB99-8C6D-4189-9392-4BAEE68EB35F}" destId="{61B9C421-9483-409F-A7FB-32624F83566C}" srcOrd="0" destOrd="0" presId="urn:microsoft.com/office/officeart/2005/8/layout/hierarchy2"/>
    <dgm:cxn modelId="{7F1B6969-4EF8-4A6B-B339-20EC1352217F}" srcId="{F7AEE637-C173-45B0-853F-6821AA3D8DD5}" destId="{63BCB368-1861-44CA-BBC6-4CA42BBD51D9}" srcOrd="0" destOrd="0" parTransId="{2397585B-1582-4602-84D0-B30A8C15A644}" sibTransId="{0A4B4CDE-9031-439B-9DC9-67591FB17A4A}"/>
    <dgm:cxn modelId="{C9C0B8D1-DB38-4050-8D33-F4E1DA11E99B}" type="presOf" srcId="{63BCB368-1861-44CA-BBC6-4CA42BBD51D9}" destId="{67AE4D55-17E6-4929-9003-E679C39D1073}" srcOrd="0" destOrd="0" presId="urn:microsoft.com/office/officeart/2005/8/layout/hierarchy2"/>
    <dgm:cxn modelId="{E98FB72E-02EC-40AE-B736-90D31988CB50}" type="presOf" srcId="{461F93A6-C5F5-4DD7-AB73-A119595A76D1}" destId="{C185ACE0-0FFE-430F-852E-86920D1CB0C8}" srcOrd="1" destOrd="0" presId="urn:microsoft.com/office/officeart/2005/8/layout/hierarchy2"/>
    <dgm:cxn modelId="{9FA889C9-F23E-4584-A5F1-803BA91BE08D}" type="presOf" srcId="{EDE96304-3EEF-4842-B6F7-29F79F34BABC}" destId="{14C01969-88F1-4B32-B66C-38172E89EA4A}" srcOrd="1" destOrd="0" presId="urn:microsoft.com/office/officeart/2005/8/layout/hierarchy2"/>
    <dgm:cxn modelId="{17713B10-9864-4817-8963-F7E7175805DC}" type="presOf" srcId="{99F38F12-2E00-456D-9A18-C4B47D48600E}" destId="{CB45D1C8-93A6-498E-BBE4-6031AA6D39C3}" srcOrd="1" destOrd="0" presId="urn:microsoft.com/office/officeart/2005/8/layout/hierarchy2"/>
    <dgm:cxn modelId="{8AD1C020-F896-4B52-AB60-9E745E83C4AD}" type="presOf" srcId="{99F38F12-2E00-456D-9A18-C4B47D48600E}" destId="{43C838D8-D22E-44A1-B20B-5D6265C8D118}" srcOrd="0" destOrd="0" presId="urn:microsoft.com/office/officeart/2005/8/layout/hierarchy2"/>
    <dgm:cxn modelId="{01EE30CA-8808-4B84-A076-BBBA311CE169}" srcId="{D4F63B6F-29AC-4ED2-B3AC-6C901EDD1E69}" destId="{8E98DFA2-5718-4130-B498-8BE77937F90A}" srcOrd="1" destOrd="0" parTransId="{461F93A6-C5F5-4DD7-AB73-A119595A76D1}" sibTransId="{19156935-5C29-4402-98D2-ABD0EC804BB0}"/>
    <dgm:cxn modelId="{1C0BC511-1289-478C-BD56-95DAAAE5C4A1}" type="presOf" srcId="{783DDF34-407E-418E-9210-2069DD534245}" destId="{D9703B8E-AA15-4650-BA07-B95AC16ADF79}" srcOrd="1" destOrd="0" presId="urn:microsoft.com/office/officeart/2005/8/layout/hierarchy2"/>
    <dgm:cxn modelId="{BB2BBF3F-D175-42A3-9520-E32D54AFF405}" type="presOf" srcId="{6F1E4144-3325-461D-BCF2-E9C2316E82E0}" destId="{EC714F85-921D-4608-99AB-3C6AC2FF3D58}" srcOrd="1" destOrd="0" presId="urn:microsoft.com/office/officeart/2005/8/layout/hierarchy2"/>
    <dgm:cxn modelId="{699345F0-B7E6-402B-B02D-35A584C91979}" srcId="{242E37C1-090A-4008-9DA7-46EC4D069094}" destId="{701FC3F5-56B6-435C-A0B0-26EBB1732413}" srcOrd="0" destOrd="0" parTransId="{CFDD3ACE-DDEE-4E91-B4B1-5C9FEC19EE2F}" sibTransId="{9CBF5F10-BB38-45B2-AC7B-510E9A200F7C}"/>
    <dgm:cxn modelId="{998F6E4C-35CA-47DD-B22E-070D18583159}" type="presOf" srcId="{461F93A6-C5F5-4DD7-AB73-A119595A76D1}" destId="{AA8E896F-F9A3-492C-AFB5-B0B667A9D434}" srcOrd="0" destOrd="0" presId="urn:microsoft.com/office/officeart/2005/8/layout/hierarchy2"/>
    <dgm:cxn modelId="{98A0F8E4-7412-46BE-8BAB-1DF89933CE6B}" type="presOf" srcId="{A2F2CFED-9911-401F-88FF-CA73FCBBD03C}" destId="{8AC38C23-0645-4B81-B29D-47AD7BE4B83D}" srcOrd="0" destOrd="0" presId="urn:microsoft.com/office/officeart/2005/8/layout/hierarchy2"/>
    <dgm:cxn modelId="{4ECF07CE-3836-4BB0-942A-3D9375C65265}" type="presOf" srcId="{3C7568D2-46AE-4ED0-AE6B-6252E52E3F58}" destId="{BEAAA359-2A17-49A3-82EB-739B6856E4E3}" srcOrd="0" destOrd="0" presId="urn:microsoft.com/office/officeart/2005/8/layout/hierarchy2"/>
    <dgm:cxn modelId="{0684A24C-A29B-4DA1-916D-37F182D04E98}" type="presParOf" srcId="{03D3CCEF-4BE1-4CFC-AF86-4D8FB4C8A853}" destId="{530F3B3F-1976-4CEF-A892-4CFBC16F9729}" srcOrd="0" destOrd="0" presId="urn:microsoft.com/office/officeart/2005/8/layout/hierarchy2"/>
    <dgm:cxn modelId="{5108E145-5A09-41D2-8E6D-B51F3437DE60}" type="presParOf" srcId="{530F3B3F-1976-4CEF-A892-4CFBC16F9729}" destId="{979A9F9F-6D13-492A-9F2B-5A364E162FB6}" srcOrd="0" destOrd="0" presId="urn:microsoft.com/office/officeart/2005/8/layout/hierarchy2"/>
    <dgm:cxn modelId="{B54B12D8-AD9C-4E57-95E1-3C9EB9408695}" type="presParOf" srcId="{530F3B3F-1976-4CEF-A892-4CFBC16F9729}" destId="{3AD527B2-9701-4F31-8BCA-316BA9C5E5D7}" srcOrd="1" destOrd="0" presId="urn:microsoft.com/office/officeart/2005/8/layout/hierarchy2"/>
    <dgm:cxn modelId="{26B9568D-C9ED-47CC-BDC5-1E283AB9A2E4}" type="presParOf" srcId="{3AD527B2-9701-4F31-8BCA-316BA9C5E5D7}" destId="{BEAAA359-2A17-49A3-82EB-739B6856E4E3}" srcOrd="0" destOrd="0" presId="urn:microsoft.com/office/officeart/2005/8/layout/hierarchy2"/>
    <dgm:cxn modelId="{C7CE0602-26A7-48CE-AFF6-41D1E3E3F89E}" type="presParOf" srcId="{BEAAA359-2A17-49A3-82EB-739B6856E4E3}" destId="{CBBC8060-D992-441B-8F91-A3EFB5E14CE5}" srcOrd="0" destOrd="0" presId="urn:microsoft.com/office/officeart/2005/8/layout/hierarchy2"/>
    <dgm:cxn modelId="{AD40A58A-8568-40BD-8589-CF299A0F2962}" type="presParOf" srcId="{3AD527B2-9701-4F31-8BCA-316BA9C5E5D7}" destId="{C8BC5857-6398-4455-BAA6-06B4C88C2E9A}" srcOrd="1" destOrd="0" presId="urn:microsoft.com/office/officeart/2005/8/layout/hierarchy2"/>
    <dgm:cxn modelId="{B36777F7-A678-4FA9-8D07-2C9D96E544BC}" type="presParOf" srcId="{C8BC5857-6398-4455-BAA6-06B4C88C2E9A}" destId="{A2861469-7508-4E25-9ED8-0826B853DBA9}" srcOrd="0" destOrd="0" presId="urn:microsoft.com/office/officeart/2005/8/layout/hierarchy2"/>
    <dgm:cxn modelId="{428B8899-6569-4819-8B6B-9D271E30C822}" type="presParOf" srcId="{C8BC5857-6398-4455-BAA6-06B4C88C2E9A}" destId="{F966C1E6-E783-491C-B65E-C5C62E42E46A}" srcOrd="1" destOrd="0" presId="urn:microsoft.com/office/officeart/2005/8/layout/hierarchy2"/>
    <dgm:cxn modelId="{7912F152-817F-4BB9-9D80-6CD8BCDAB58E}" type="presParOf" srcId="{F966C1E6-E783-491C-B65E-C5C62E42E46A}" destId="{ECDE70AA-F3C6-4CEA-B50D-AC75C9D2E4DD}" srcOrd="0" destOrd="0" presId="urn:microsoft.com/office/officeart/2005/8/layout/hierarchy2"/>
    <dgm:cxn modelId="{6F43599B-5C7F-4B97-B2CD-DD01F266A473}" type="presParOf" srcId="{ECDE70AA-F3C6-4CEA-B50D-AC75C9D2E4DD}" destId="{EC714F85-921D-4608-99AB-3C6AC2FF3D58}" srcOrd="0" destOrd="0" presId="urn:microsoft.com/office/officeart/2005/8/layout/hierarchy2"/>
    <dgm:cxn modelId="{60AAAC14-03B1-4AFB-912F-7467B878E32E}" type="presParOf" srcId="{F966C1E6-E783-491C-B65E-C5C62E42E46A}" destId="{696F1200-0F5D-4A2F-80E9-7FB8BF8EAC16}" srcOrd="1" destOrd="0" presId="urn:microsoft.com/office/officeart/2005/8/layout/hierarchy2"/>
    <dgm:cxn modelId="{276993C7-778D-4150-8C4A-58E38DF73C9E}" type="presParOf" srcId="{696F1200-0F5D-4A2F-80E9-7FB8BF8EAC16}" destId="{4951981A-372E-47D4-BC50-1F8238AAB045}" srcOrd="0" destOrd="0" presId="urn:microsoft.com/office/officeart/2005/8/layout/hierarchy2"/>
    <dgm:cxn modelId="{3B9CA344-4B60-4818-8DA6-6C86722ECF0A}" type="presParOf" srcId="{696F1200-0F5D-4A2F-80E9-7FB8BF8EAC16}" destId="{7362D75E-1B8E-494A-89C8-46413021A630}" srcOrd="1" destOrd="0" presId="urn:microsoft.com/office/officeart/2005/8/layout/hierarchy2"/>
    <dgm:cxn modelId="{743F9ACE-702A-49B5-806B-2583257E1D79}" type="presParOf" srcId="{7362D75E-1B8E-494A-89C8-46413021A630}" destId="{766D0B1F-583F-47B1-A662-B8E63E45C908}" srcOrd="0" destOrd="0" presId="urn:microsoft.com/office/officeart/2005/8/layout/hierarchy2"/>
    <dgm:cxn modelId="{F1321181-569F-4922-9B34-5F01534F69F0}" type="presParOf" srcId="{766D0B1F-583F-47B1-A662-B8E63E45C908}" destId="{DBE6A3DC-0100-4195-B140-290103669EE8}" srcOrd="0" destOrd="0" presId="urn:microsoft.com/office/officeart/2005/8/layout/hierarchy2"/>
    <dgm:cxn modelId="{CEBBEB17-66F4-4A6A-BA37-22DA77021B3C}" type="presParOf" srcId="{7362D75E-1B8E-494A-89C8-46413021A630}" destId="{E411733A-28FF-403E-9CE7-3821873CE6A8}" srcOrd="1" destOrd="0" presId="urn:microsoft.com/office/officeart/2005/8/layout/hierarchy2"/>
    <dgm:cxn modelId="{6BD89346-8988-47BB-BF1D-C6D1C45FAAB1}" type="presParOf" srcId="{E411733A-28FF-403E-9CE7-3821873CE6A8}" destId="{BBECC775-FD7E-43E7-BA68-4A563591B2BB}" srcOrd="0" destOrd="0" presId="urn:microsoft.com/office/officeart/2005/8/layout/hierarchy2"/>
    <dgm:cxn modelId="{56AF6D3F-48F3-4BE1-B9F9-AFE0447B1A0B}" type="presParOf" srcId="{E411733A-28FF-403E-9CE7-3821873CE6A8}" destId="{96F9DE36-0BE6-4255-A15E-BE9A5BEBE188}" srcOrd="1" destOrd="0" presId="urn:microsoft.com/office/officeart/2005/8/layout/hierarchy2"/>
    <dgm:cxn modelId="{E4F4C3E8-B7EE-4BFF-AE67-B1D9D7351FC6}" type="presParOf" srcId="{3AD527B2-9701-4F31-8BCA-316BA9C5E5D7}" destId="{AA8E896F-F9A3-492C-AFB5-B0B667A9D434}" srcOrd="2" destOrd="0" presId="urn:microsoft.com/office/officeart/2005/8/layout/hierarchy2"/>
    <dgm:cxn modelId="{63E83218-9E4C-421B-BB3C-E415CAC63377}" type="presParOf" srcId="{AA8E896F-F9A3-492C-AFB5-B0B667A9D434}" destId="{C185ACE0-0FFE-430F-852E-86920D1CB0C8}" srcOrd="0" destOrd="0" presId="urn:microsoft.com/office/officeart/2005/8/layout/hierarchy2"/>
    <dgm:cxn modelId="{D86857D4-B3F1-4CB0-8A8C-CB5AA9234E8C}" type="presParOf" srcId="{3AD527B2-9701-4F31-8BCA-316BA9C5E5D7}" destId="{A5DB96B5-33BF-4122-BA50-7FC86A3B471F}" srcOrd="3" destOrd="0" presId="urn:microsoft.com/office/officeart/2005/8/layout/hierarchy2"/>
    <dgm:cxn modelId="{C4131404-163F-4F47-9829-05C18D2A56BD}" type="presParOf" srcId="{A5DB96B5-33BF-4122-BA50-7FC86A3B471F}" destId="{2DD5AFF6-397B-4C6A-B39B-CA53C647266F}" srcOrd="0" destOrd="0" presId="urn:microsoft.com/office/officeart/2005/8/layout/hierarchy2"/>
    <dgm:cxn modelId="{E9F6A1FF-7622-4335-B67D-655E28E96E76}" type="presParOf" srcId="{A5DB96B5-33BF-4122-BA50-7FC86A3B471F}" destId="{DCE0235B-5A13-4DBC-8313-5D2E57735872}" srcOrd="1" destOrd="0" presId="urn:microsoft.com/office/officeart/2005/8/layout/hierarchy2"/>
    <dgm:cxn modelId="{E8CE1FCF-D2A0-4AED-8CF5-7C5698A481A3}" type="presParOf" srcId="{DCE0235B-5A13-4DBC-8313-5D2E57735872}" destId="{7CA16EAF-6817-40EC-832E-A4956DA01040}" srcOrd="0" destOrd="0" presId="urn:microsoft.com/office/officeart/2005/8/layout/hierarchy2"/>
    <dgm:cxn modelId="{F556B830-9E87-46DC-8403-1AE7CE232ABC}" type="presParOf" srcId="{7CA16EAF-6817-40EC-832E-A4956DA01040}" destId="{9EA387B6-75C8-4C14-98DE-FCDA716187B8}" srcOrd="0" destOrd="0" presId="urn:microsoft.com/office/officeart/2005/8/layout/hierarchy2"/>
    <dgm:cxn modelId="{AFBE3BF5-776F-4437-B1E6-C00E8909F9CD}" type="presParOf" srcId="{DCE0235B-5A13-4DBC-8313-5D2E57735872}" destId="{0386987C-5089-47C1-87C3-04F53464DF8D}" srcOrd="1" destOrd="0" presId="urn:microsoft.com/office/officeart/2005/8/layout/hierarchy2"/>
    <dgm:cxn modelId="{690EC67F-4BF0-4158-94F1-49EFA062878E}" type="presParOf" srcId="{0386987C-5089-47C1-87C3-04F53464DF8D}" destId="{CB66DC6F-CF5E-4C7D-8ACF-1848C1DCA832}" srcOrd="0" destOrd="0" presId="urn:microsoft.com/office/officeart/2005/8/layout/hierarchy2"/>
    <dgm:cxn modelId="{05F80929-B1E1-4D1B-9A7B-71D3B199D228}" type="presParOf" srcId="{0386987C-5089-47C1-87C3-04F53464DF8D}" destId="{B3CAEB7A-68CB-4164-AD1A-894BF0C22D5B}" srcOrd="1" destOrd="0" presId="urn:microsoft.com/office/officeart/2005/8/layout/hierarchy2"/>
    <dgm:cxn modelId="{0D7C50BE-B998-4118-8283-7C8E1A7F997D}" type="presParOf" srcId="{B3CAEB7A-68CB-4164-AD1A-894BF0C22D5B}" destId="{43C838D8-D22E-44A1-B20B-5D6265C8D118}" srcOrd="0" destOrd="0" presId="urn:microsoft.com/office/officeart/2005/8/layout/hierarchy2"/>
    <dgm:cxn modelId="{668F3BF2-85FD-4EE5-805D-EC10C2330F63}" type="presParOf" srcId="{43C838D8-D22E-44A1-B20B-5D6265C8D118}" destId="{CB45D1C8-93A6-498E-BBE4-6031AA6D39C3}" srcOrd="0" destOrd="0" presId="urn:microsoft.com/office/officeart/2005/8/layout/hierarchy2"/>
    <dgm:cxn modelId="{3190CC4B-BF16-483C-83BA-DDF28B9FCCBC}" type="presParOf" srcId="{B3CAEB7A-68CB-4164-AD1A-894BF0C22D5B}" destId="{5D09691F-AC6B-4CF3-80ED-EA500C9D2775}" srcOrd="1" destOrd="0" presId="urn:microsoft.com/office/officeart/2005/8/layout/hierarchy2"/>
    <dgm:cxn modelId="{946505BD-6A43-4404-8905-48B4BC63A4B1}" type="presParOf" srcId="{5D09691F-AC6B-4CF3-80ED-EA500C9D2775}" destId="{97971C19-DA93-4017-876E-0C893190C6AE}" srcOrd="0" destOrd="0" presId="urn:microsoft.com/office/officeart/2005/8/layout/hierarchy2"/>
    <dgm:cxn modelId="{FB4AF57F-1806-4FB7-8658-3C0FC6C9A28D}" type="presParOf" srcId="{5D09691F-AC6B-4CF3-80ED-EA500C9D2775}" destId="{FBD9D7D9-6DBC-4818-AA85-B2489686AF9C}" srcOrd="1" destOrd="0" presId="urn:microsoft.com/office/officeart/2005/8/layout/hierarchy2"/>
    <dgm:cxn modelId="{B8720E38-6662-40AD-833E-642A2A8E5FEC}" type="presParOf" srcId="{3AD527B2-9701-4F31-8BCA-316BA9C5E5D7}" destId="{94794D1D-5818-454A-9130-9F53FE19EF3E}" srcOrd="4" destOrd="0" presId="urn:microsoft.com/office/officeart/2005/8/layout/hierarchy2"/>
    <dgm:cxn modelId="{C6F8B9E9-E93C-4126-A19E-346A656209E7}" type="presParOf" srcId="{94794D1D-5818-454A-9130-9F53FE19EF3E}" destId="{14C01969-88F1-4B32-B66C-38172E89EA4A}" srcOrd="0" destOrd="0" presId="urn:microsoft.com/office/officeart/2005/8/layout/hierarchy2"/>
    <dgm:cxn modelId="{1EF1C766-5597-4552-B31C-FC4F256EB3C4}" type="presParOf" srcId="{3AD527B2-9701-4F31-8BCA-316BA9C5E5D7}" destId="{1808F73A-3859-47DA-9D26-740AE322CCD8}" srcOrd="5" destOrd="0" presId="urn:microsoft.com/office/officeart/2005/8/layout/hierarchy2"/>
    <dgm:cxn modelId="{2DF277D0-A1B4-4869-89E9-66DF6108650D}" type="presParOf" srcId="{1808F73A-3859-47DA-9D26-740AE322CCD8}" destId="{B35DF259-0BC2-4A01-BBC3-C03718EBA6BB}" srcOrd="0" destOrd="0" presId="urn:microsoft.com/office/officeart/2005/8/layout/hierarchy2"/>
    <dgm:cxn modelId="{CF453014-D751-41BC-BBBA-F6EF9DE4AE04}" type="presParOf" srcId="{1808F73A-3859-47DA-9D26-740AE322CCD8}" destId="{E7A7CD8E-5B9B-4452-AB1A-4BB0B87EF2C1}" srcOrd="1" destOrd="0" presId="urn:microsoft.com/office/officeart/2005/8/layout/hierarchy2"/>
    <dgm:cxn modelId="{378823E6-0E14-462A-9A52-72E999DB4208}" type="presParOf" srcId="{E7A7CD8E-5B9B-4452-AB1A-4BB0B87EF2C1}" destId="{D3E2574E-2025-43DC-85D5-353E1639CFEC}" srcOrd="0" destOrd="0" presId="urn:microsoft.com/office/officeart/2005/8/layout/hierarchy2"/>
    <dgm:cxn modelId="{047D05CC-314E-417F-8EFA-E197D2565BAD}" type="presParOf" srcId="{D3E2574E-2025-43DC-85D5-353E1639CFEC}" destId="{3FDF737E-1266-4CEF-A112-914DD97E8577}" srcOrd="0" destOrd="0" presId="urn:microsoft.com/office/officeart/2005/8/layout/hierarchy2"/>
    <dgm:cxn modelId="{FD53E179-C10F-4544-8325-0BBA4B1E2C20}" type="presParOf" srcId="{E7A7CD8E-5B9B-4452-AB1A-4BB0B87EF2C1}" destId="{3EF9752C-CDDF-4C92-BC3C-C3446A0ECF5C}" srcOrd="1" destOrd="0" presId="urn:microsoft.com/office/officeart/2005/8/layout/hierarchy2"/>
    <dgm:cxn modelId="{3A5AEB2E-90A3-4F80-A8B2-3FF02367D677}" type="presParOf" srcId="{3EF9752C-CDDF-4C92-BC3C-C3446A0ECF5C}" destId="{67AE4D55-17E6-4929-9003-E679C39D1073}" srcOrd="0" destOrd="0" presId="urn:microsoft.com/office/officeart/2005/8/layout/hierarchy2"/>
    <dgm:cxn modelId="{CBE2591A-E6A6-43D8-9A4F-E0ED3D41D700}" type="presParOf" srcId="{3EF9752C-CDDF-4C92-BC3C-C3446A0ECF5C}" destId="{56F150BB-20CA-4F0F-891B-49F5D6BC674D}" srcOrd="1" destOrd="0" presId="urn:microsoft.com/office/officeart/2005/8/layout/hierarchy2"/>
    <dgm:cxn modelId="{CC4E695A-FFE4-4A22-9FE6-658A390E1BCD}" type="presParOf" srcId="{56F150BB-20CA-4F0F-891B-49F5D6BC674D}" destId="{DA1BD843-1E90-436A-A334-53CF1E51C253}" srcOrd="0" destOrd="0" presId="urn:microsoft.com/office/officeart/2005/8/layout/hierarchy2"/>
    <dgm:cxn modelId="{AE7D7C44-22BB-41A9-A3BA-8168BDC07D27}" type="presParOf" srcId="{DA1BD843-1E90-436A-A334-53CF1E51C253}" destId="{30EAE11F-D6F3-49B2-82C8-37B2AEF27C06}" srcOrd="0" destOrd="0" presId="urn:microsoft.com/office/officeart/2005/8/layout/hierarchy2"/>
    <dgm:cxn modelId="{392D4BB4-2911-4579-8F88-41391E8D96BA}" type="presParOf" srcId="{56F150BB-20CA-4F0F-891B-49F5D6BC674D}" destId="{31A79F18-AFB9-40B2-B98D-8449099B79E4}" srcOrd="1" destOrd="0" presId="urn:microsoft.com/office/officeart/2005/8/layout/hierarchy2"/>
    <dgm:cxn modelId="{45AE2D75-C31D-44EC-BDDC-11D4BD0CB951}" type="presParOf" srcId="{31A79F18-AFB9-40B2-B98D-8449099B79E4}" destId="{4BD6AB6D-3D4F-4CDE-8E6B-7A821A109FF0}" srcOrd="0" destOrd="0" presId="urn:microsoft.com/office/officeart/2005/8/layout/hierarchy2"/>
    <dgm:cxn modelId="{3BE2CBB6-D01D-4A1A-8B72-CBBB7FD3D22F}" type="presParOf" srcId="{31A79F18-AFB9-40B2-B98D-8449099B79E4}" destId="{4C8FCD52-E582-4348-8478-4DE2EA0FC9D1}" srcOrd="1" destOrd="0" presId="urn:microsoft.com/office/officeart/2005/8/layout/hierarchy2"/>
    <dgm:cxn modelId="{BE7750D1-59E7-482C-B731-8B441F630A77}" type="presParOf" srcId="{3AD527B2-9701-4F31-8BCA-316BA9C5E5D7}" destId="{A06EA24D-B5CD-4E2D-9BED-7D4729344DCF}" srcOrd="6" destOrd="0" presId="urn:microsoft.com/office/officeart/2005/8/layout/hierarchy2"/>
    <dgm:cxn modelId="{84D65954-C28B-44BB-896A-1BA33F6A0BE4}" type="presParOf" srcId="{A06EA24D-B5CD-4E2D-9BED-7D4729344DCF}" destId="{D9703B8E-AA15-4650-BA07-B95AC16ADF79}" srcOrd="0" destOrd="0" presId="urn:microsoft.com/office/officeart/2005/8/layout/hierarchy2"/>
    <dgm:cxn modelId="{EEE12E88-B3DA-4B50-B5F6-6701D0C745D7}" type="presParOf" srcId="{3AD527B2-9701-4F31-8BCA-316BA9C5E5D7}" destId="{4D38275C-4C9D-45B5-8E99-E3FA0AD4DD67}" srcOrd="7" destOrd="0" presId="urn:microsoft.com/office/officeart/2005/8/layout/hierarchy2"/>
    <dgm:cxn modelId="{E5703BC0-3112-42CA-94F6-5EF048F1FA75}" type="presParOf" srcId="{4D38275C-4C9D-45B5-8E99-E3FA0AD4DD67}" destId="{61B9C421-9483-409F-A7FB-32624F83566C}" srcOrd="0" destOrd="0" presId="urn:microsoft.com/office/officeart/2005/8/layout/hierarchy2"/>
    <dgm:cxn modelId="{9382D35C-1CF6-4EB7-912E-B653C8CCF675}" type="presParOf" srcId="{4D38275C-4C9D-45B5-8E99-E3FA0AD4DD67}" destId="{48FD4FF5-683E-424B-97C9-110AA7FEFDDC}" srcOrd="1" destOrd="0" presId="urn:microsoft.com/office/officeart/2005/8/layout/hierarchy2"/>
    <dgm:cxn modelId="{339F9970-D077-4157-AD0A-8BF9110595A7}" type="presParOf" srcId="{48FD4FF5-683E-424B-97C9-110AA7FEFDDC}" destId="{8AC38C23-0645-4B81-B29D-47AD7BE4B83D}" srcOrd="0" destOrd="0" presId="urn:microsoft.com/office/officeart/2005/8/layout/hierarchy2"/>
    <dgm:cxn modelId="{BC422F3D-7C49-4218-AB0C-94D870BFA2D3}" type="presParOf" srcId="{8AC38C23-0645-4B81-B29D-47AD7BE4B83D}" destId="{9B5F5BF5-8E39-4EF7-8003-260234A63AAD}" srcOrd="0" destOrd="0" presId="urn:microsoft.com/office/officeart/2005/8/layout/hierarchy2"/>
    <dgm:cxn modelId="{FD7C3A0B-5201-4F45-98AA-D2EF5C8FBFC9}" type="presParOf" srcId="{48FD4FF5-683E-424B-97C9-110AA7FEFDDC}" destId="{58EF39D3-F4FD-4048-8415-AB1AD4AA15C9}" srcOrd="1" destOrd="0" presId="urn:microsoft.com/office/officeart/2005/8/layout/hierarchy2"/>
    <dgm:cxn modelId="{C34449E2-EF59-454C-A8D8-55A207456FAC}" type="presParOf" srcId="{58EF39D3-F4FD-4048-8415-AB1AD4AA15C9}" destId="{AC5D7E3F-018D-4A20-A703-E894C6EED694}" srcOrd="0" destOrd="0" presId="urn:microsoft.com/office/officeart/2005/8/layout/hierarchy2"/>
    <dgm:cxn modelId="{B7223B2C-1DA9-4F3A-BA05-DA05C4414F16}" type="presParOf" srcId="{58EF39D3-F4FD-4048-8415-AB1AD4AA15C9}" destId="{D0107543-5833-4130-98B2-86CD04A68B3A}" srcOrd="1" destOrd="0" presId="urn:microsoft.com/office/officeart/2005/8/layout/hierarchy2"/>
    <dgm:cxn modelId="{23C3FACE-3803-4953-AE2E-584A99BFE314}" type="presParOf" srcId="{D0107543-5833-4130-98B2-86CD04A68B3A}" destId="{1E60C52A-88FD-4FEC-BCA8-7EFC214FB2E2}" srcOrd="0" destOrd="0" presId="urn:microsoft.com/office/officeart/2005/8/layout/hierarchy2"/>
    <dgm:cxn modelId="{A0C26341-1223-4DDA-A8A1-A64B26179CE3}" type="presParOf" srcId="{1E60C52A-88FD-4FEC-BCA8-7EFC214FB2E2}" destId="{87E638D0-887C-49AD-8D10-26BBFFF6BCC6}" srcOrd="0" destOrd="0" presId="urn:microsoft.com/office/officeart/2005/8/layout/hierarchy2"/>
    <dgm:cxn modelId="{4CC25674-9AA4-4431-B5D3-89814A5E0995}" type="presParOf" srcId="{D0107543-5833-4130-98B2-86CD04A68B3A}" destId="{AF82D3BA-4245-4CDF-A495-06BD4C5DF2F2}" srcOrd="1" destOrd="0" presId="urn:microsoft.com/office/officeart/2005/8/layout/hierarchy2"/>
    <dgm:cxn modelId="{49A90B19-91D6-48E4-9929-C06FB778C1A9}" type="presParOf" srcId="{AF82D3BA-4245-4CDF-A495-06BD4C5DF2F2}" destId="{4C2BD9F6-A7A2-4CCA-AD09-DABAA35BDB2A}" srcOrd="0" destOrd="0" presId="urn:microsoft.com/office/officeart/2005/8/layout/hierarchy2"/>
    <dgm:cxn modelId="{E10FABFC-05C0-44EC-A52A-337DB582E70E}" type="presParOf" srcId="{AF82D3BA-4245-4CDF-A495-06BD4C5DF2F2}" destId="{7BFD05CA-C6D1-4825-9D35-4DF6FD20F57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A5CA53-4ACF-4802-8A06-CBF3CAAC1B4D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4F63B6F-29AC-4ED2-B3AC-6C901EDD1E69}">
      <dgm:prSet phldrT="[Текст]" custT="1"/>
      <dgm:spPr/>
      <dgm:t>
        <a:bodyPr/>
        <a:lstStyle/>
        <a:p>
          <a:r>
            <a:rPr lang="en-US" sz="1050" b="1" dirty="0" smtClean="0"/>
            <a:t>to do </a:t>
          </a:r>
          <a:endParaRPr lang="ru-RU" sz="1050" b="1" dirty="0" smtClean="0"/>
        </a:p>
        <a:p>
          <a:r>
            <a:rPr lang="en-US" sz="1050" b="1" dirty="0" smtClean="0"/>
            <a:t>(did, done)</a:t>
          </a:r>
          <a:endParaRPr lang="ru-RU" sz="1050" b="1" dirty="0"/>
        </a:p>
      </dgm:t>
    </dgm:pt>
    <dgm:pt modelId="{E15B62BF-5D28-4B2E-AD8A-BF16D8F04CA9}" type="parTrans" cxnId="{6058550C-8BA8-47AC-B1CC-DF64000E49FA}">
      <dgm:prSet/>
      <dgm:spPr/>
      <dgm:t>
        <a:bodyPr/>
        <a:lstStyle/>
        <a:p>
          <a:endParaRPr lang="ru-RU"/>
        </a:p>
      </dgm:t>
    </dgm:pt>
    <dgm:pt modelId="{D301EC9E-C1F9-4CC1-9CA3-2E088B001B10}" type="sibTrans" cxnId="{6058550C-8BA8-47AC-B1CC-DF64000E49FA}">
      <dgm:prSet/>
      <dgm:spPr/>
      <dgm:t>
        <a:bodyPr/>
        <a:lstStyle/>
        <a:p>
          <a:endParaRPr lang="ru-RU"/>
        </a:p>
      </dgm:t>
    </dgm:pt>
    <dgm:pt modelId="{B84842E8-94D8-41B9-AA68-2682EBFD9FB7}">
      <dgm:prSet phldrT="[Текст]" custT="1"/>
      <dgm:spPr/>
      <dgm:t>
        <a:bodyPr/>
        <a:lstStyle/>
        <a:p>
          <a:r>
            <a:rPr lang="ru-RU" sz="1200" dirty="0" smtClean="0"/>
            <a:t>смысловой глагол</a:t>
          </a:r>
          <a:endParaRPr lang="ru-RU" sz="1200" dirty="0"/>
        </a:p>
      </dgm:t>
    </dgm:pt>
    <dgm:pt modelId="{3C7568D2-46AE-4ED0-AE6B-6252E52E3F58}" type="parTrans" cxnId="{D32E0597-4864-4528-BB80-41A10F2DFB60}">
      <dgm:prSet/>
      <dgm:spPr/>
      <dgm:t>
        <a:bodyPr/>
        <a:lstStyle/>
        <a:p>
          <a:endParaRPr lang="ru-RU"/>
        </a:p>
      </dgm:t>
    </dgm:pt>
    <dgm:pt modelId="{B5AFACED-8E9F-484B-BC65-F00B1DAC7D23}" type="sibTrans" cxnId="{D32E0597-4864-4528-BB80-41A10F2DFB60}">
      <dgm:prSet/>
      <dgm:spPr/>
      <dgm:t>
        <a:bodyPr/>
        <a:lstStyle/>
        <a:p>
          <a:endParaRPr lang="ru-RU"/>
        </a:p>
      </dgm:t>
    </dgm:pt>
    <dgm:pt modelId="{8E98DFA2-5718-4130-B498-8BE77937F90A}">
      <dgm:prSet phldrT="[Текст]" custT="1"/>
      <dgm:spPr/>
      <dgm:t>
        <a:bodyPr/>
        <a:lstStyle/>
        <a:p>
          <a:r>
            <a:rPr lang="ru-RU" sz="1200" dirty="0" smtClean="0"/>
            <a:t>вспомогательный глагол</a:t>
          </a:r>
          <a:endParaRPr lang="ru-RU" sz="1200" dirty="0"/>
        </a:p>
      </dgm:t>
    </dgm:pt>
    <dgm:pt modelId="{461F93A6-C5F5-4DD7-AB73-A119595A76D1}" type="parTrans" cxnId="{01EE30CA-8808-4B84-A076-BBBA311CE169}">
      <dgm:prSet/>
      <dgm:spPr/>
      <dgm:t>
        <a:bodyPr/>
        <a:lstStyle/>
        <a:p>
          <a:endParaRPr lang="ru-RU"/>
        </a:p>
      </dgm:t>
    </dgm:pt>
    <dgm:pt modelId="{19156935-5C29-4402-98D2-ABD0EC804BB0}" type="sibTrans" cxnId="{01EE30CA-8808-4B84-A076-BBBA311CE169}">
      <dgm:prSet/>
      <dgm:spPr/>
      <dgm:t>
        <a:bodyPr/>
        <a:lstStyle/>
        <a:p>
          <a:endParaRPr lang="ru-RU"/>
        </a:p>
      </dgm:t>
    </dgm:pt>
    <dgm:pt modelId="{F7AEE637-C173-45B0-853F-6821AA3D8DD5}">
      <dgm:prSet phldrT="[Текст]" custT="1"/>
      <dgm:spPr/>
      <dgm:t>
        <a:bodyPr/>
        <a:lstStyle/>
        <a:p>
          <a:r>
            <a:rPr lang="ru-RU" sz="1200" dirty="0" smtClean="0"/>
            <a:t>глагол-заместитель</a:t>
          </a:r>
          <a:endParaRPr lang="ru-RU" sz="1200" dirty="0"/>
        </a:p>
      </dgm:t>
    </dgm:pt>
    <dgm:pt modelId="{EDE96304-3EEF-4842-B6F7-29F79F34BABC}" type="parTrans" cxnId="{EDE5E9C8-8C15-4A08-AE1C-193260A27FEE}">
      <dgm:prSet/>
      <dgm:spPr/>
      <dgm:t>
        <a:bodyPr/>
        <a:lstStyle/>
        <a:p>
          <a:endParaRPr lang="ru-RU"/>
        </a:p>
      </dgm:t>
    </dgm:pt>
    <dgm:pt modelId="{874D2E95-A531-42DF-BC81-815B4BF9DEC3}" type="sibTrans" cxnId="{EDE5E9C8-8C15-4A08-AE1C-193260A27FEE}">
      <dgm:prSet/>
      <dgm:spPr/>
      <dgm:t>
        <a:bodyPr/>
        <a:lstStyle/>
        <a:p>
          <a:endParaRPr lang="ru-RU"/>
        </a:p>
      </dgm:t>
    </dgm:pt>
    <dgm:pt modelId="{8B03491D-1BE5-44A1-B75F-5EF96959C2AE}">
      <dgm:prSet custT="1"/>
      <dgm:spPr/>
      <dgm:t>
        <a:bodyPr/>
        <a:lstStyle/>
        <a:p>
          <a:pPr>
            <a:lnSpc>
              <a:spcPct val="90000"/>
            </a:lnSpc>
            <a:spcAft>
              <a:spcPts val="42"/>
            </a:spcAft>
          </a:pPr>
          <a:r>
            <a:rPr lang="ru-RU" sz="1000" i="0" dirty="0" smtClean="0">
              <a:effectLst/>
            </a:rPr>
            <a:t>сказуемое</a:t>
          </a:r>
          <a:endParaRPr lang="en-US" sz="1000" i="0" dirty="0" smtClean="0">
            <a:effectLst/>
          </a:endParaRPr>
        </a:p>
        <a:p>
          <a:pPr>
            <a:lnSpc>
              <a:spcPct val="90000"/>
            </a:lnSpc>
            <a:spcAft>
              <a:spcPts val="42"/>
            </a:spcAft>
          </a:pPr>
          <a:endParaRPr lang="ru-RU" sz="500" i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>
            <a:lnSpc>
              <a:spcPct val="90000"/>
            </a:lnSpc>
            <a:spcAft>
              <a:spcPts val="42"/>
            </a:spcAft>
          </a:pPr>
          <a:r>
            <a:rPr lang="ru-RU" sz="1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делать,</a:t>
          </a:r>
        </a:p>
        <a:p>
          <a:pPr>
            <a:lnSpc>
              <a:spcPct val="90000"/>
            </a:lnSpc>
            <a:spcAft>
              <a:spcPct val="35000"/>
            </a:spcAft>
          </a:pPr>
          <a:r>
            <a:rPr lang="ru-RU" sz="1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проводить, выполнять, совершать</a:t>
          </a:r>
          <a:endParaRPr lang="ru-RU" sz="1000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F1E4144-3325-461D-BCF2-E9C2316E82E0}" type="parTrans" cxnId="{407478FC-BB5C-4DC5-89B6-217B6ABBAF8B}">
      <dgm:prSet/>
      <dgm:spPr/>
      <dgm:t>
        <a:bodyPr/>
        <a:lstStyle/>
        <a:p>
          <a:endParaRPr lang="ru-RU"/>
        </a:p>
      </dgm:t>
    </dgm:pt>
    <dgm:pt modelId="{4B778793-71A4-4AD6-A06B-D7C88D8477F3}" type="sibTrans" cxnId="{407478FC-BB5C-4DC5-89B6-217B6ABBAF8B}">
      <dgm:prSet/>
      <dgm:spPr/>
      <dgm:t>
        <a:bodyPr/>
        <a:lstStyle/>
        <a:p>
          <a:endParaRPr lang="ru-RU"/>
        </a:p>
      </dgm:t>
    </dgm:pt>
    <dgm:pt modelId="{DBCC8A23-06A7-49BC-86D7-D3D2D31A9E18}">
      <dgm:prSet custT="1"/>
      <dgm:spPr/>
      <dgm:t>
        <a:bodyPr/>
        <a:lstStyle/>
        <a:p>
          <a:r>
            <a:rPr lang="en-US" sz="1000" b="1" dirty="0" smtClean="0"/>
            <a:t>do</a:t>
          </a:r>
          <a:endParaRPr lang="ru-RU" sz="1000" b="1" dirty="0" smtClean="0"/>
        </a:p>
        <a:p>
          <a:r>
            <a:rPr lang="en-US" sz="1000" dirty="0" smtClean="0"/>
            <a:t>An electric motor </a:t>
          </a:r>
          <a:r>
            <a:rPr lang="en-US" sz="1000" b="1" i="0" dirty="0" smtClean="0"/>
            <a:t>does</a:t>
          </a:r>
          <a:r>
            <a:rPr lang="en-US" sz="1000" dirty="0" smtClean="0"/>
            <a:t> mechanical work. </a:t>
          </a:r>
          <a:r>
            <a:rPr lang="ru-RU" sz="1000" dirty="0" smtClean="0"/>
            <a:t>Электрический мотор </a:t>
          </a:r>
          <a:r>
            <a:rPr lang="ru-RU" sz="1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совершает</a:t>
          </a:r>
          <a:r>
            <a:rPr lang="ru-RU" sz="1000" dirty="0" smtClean="0"/>
            <a:t> работу.</a:t>
          </a:r>
          <a:endParaRPr lang="ru-RU" sz="1000" dirty="0"/>
        </a:p>
      </dgm:t>
    </dgm:pt>
    <dgm:pt modelId="{280D74DE-8DA9-4418-8A85-29FBF6F79B19}" type="parTrans" cxnId="{9283CEF3-38DD-4A5A-A686-2DEFE7246A2E}">
      <dgm:prSet/>
      <dgm:spPr/>
      <dgm:t>
        <a:bodyPr/>
        <a:lstStyle/>
        <a:p>
          <a:endParaRPr lang="ru-RU"/>
        </a:p>
      </dgm:t>
    </dgm:pt>
    <dgm:pt modelId="{CE7319F1-0EBF-4D09-8C2B-EB692A363823}" type="sibTrans" cxnId="{9283CEF3-38DD-4A5A-A686-2DEFE7246A2E}">
      <dgm:prSet/>
      <dgm:spPr/>
      <dgm:t>
        <a:bodyPr/>
        <a:lstStyle/>
        <a:p>
          <a:endParaRPr lang="ru-RU"/>
        </a:p>
      </dgm:t>
    </dgm:pt>
    <dgm:pt modelId="{A26FB35F-1B46-4AE7-A8F8-E87CB626F39D}">
      <dgm:prSet custT="1"/>
      <dgm:spPr/>
      <dgm:t>
        <a:bodyPr/>
        <a:lstStyle/>
        <a:p>
          <a:r>
            <a:rPr lang="ru-RU" sz="1000" dirty="0" smtClean="0"/>
            <a:t>для образования вопросительной и отрицательной форм в </a:t>
          </a:r>
          <a:r>
            <a:rPr lang="ru-RU" sz="1000" dirty="0" err="1" smtClean="0"/>
            <a:t>Present</a:t>
          </a:r>
          <a:r>
            <a:rPr lang="ru-RU" sz="1000" dirty="0" smtClean="0"/>
            <a:t>, </a:t>
          </a:r>
          <a:r>
            <a:rPr lang="ru-RU" sz="1000" dirty="0" err="1" smtClean="0"/>
            <a:t>Past</a:t>
          </a:r>
          <a:r>
            <a:rPr lang="ru-RU" sz="1000" dirty="0" smtClean="0"/>
            <a:t> </a:t>
          </a:r>
          <a:r>
            <a:rPr lang="ru-RU" sz="1000" dirty="0" err="1" smtClean="0"/>
            <a:t>Indefinite</a:t>
          </a:r>
          <a:endParaRPr lang="ru-RU" sz="1000" dirty="0" smtClean="0"/>
        </a:p>
        <a:p>
          <a:r>
            <a:rPr lang="ru-RU" sz="1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не переводится</a:t>
          </a:r>
          <a:endParaRPr lang="ru-RU" sz="1000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34FEB14-F283-4496-991F-47B28A5A0C1C}" type="parTrans" cxnId="{E4E173B0-2482-462C-9C40-C4C7C2352624}">
      <dgm:prSet/>
      <dgm:spPr/>
      <dgm:t>
        <a:bodyPr/>
        <a:lstStyle/>
        <a:p>
          <a:endParaRPr lang="ru-RU"/>
        </a:p>
      </dgm:t>
    </dgm:pt>
    <dgm:pt modelId="{28B577D2-B337-4546-AA96-8638751AEE91}" type="sibTrans" cxnId="{E4E173B0-2482-462C-9C40-C4C7C2352624}">
      <dgm:prSet/>
      <dgm:spPr/>
      <dgm:t>
        <a:bodyPr/>
        <a:lstStyle/>
        <a:p>
          <a:endParaRPr lang="ru-RU"/>
        </a:p>
      </dgm:t>
    </dgm:pt>
    <dgm:pt modelId="{2245FA50-E324-4BCD-A3EF-377891AC8749}">
      <dgm:prSet custT="1"/>
      <dgm:spPr/>
      <dgm:t>
        <a:bodyPr/>
        <a:lstStyle/>
        <a:p>
          <a:pPr>
            <a:lnSpc>
              <a:spcPct val="90000"/>
            </a:lnSpc>
            <a:spcAft>
              <a:spcPct val="35000"/>
            </a:spcAft>
          </a:pPr>
          <a:r>
            <a:rPr lang="en-US" sz="1000" b="1" baseline="0" dirty="0" err="1" smtClean="0"/>
            <a:t>Do|Did</a:t>
          </a:r>
          <a:r>
            <a:rPr lang="en-US" sz="1000" b="1" baseline="0" dirty="0" smtClean="0"/>
            <a:t> … ?</a:t>
          </a:r>
        </a:p>
        <a:p>
          <a:r>
            <a:rPr lang="en-US" sz="1000" b="1" baseline="0" dirty="0" smtClean="0"/>
            <a:t>Do</a:t>
          </a:r>
          <a:r>
            <a:rPr lang="en-US" sz="1000" b="0" baseline="0" dirty="0" smtClean="0"/>
            <a:t> you use this device?</a:t>
          </a:r>
          <a:endParaRPr lang="ru-RU" sz="1000" b="0" baseline="0" dirty="0" smtClean="0"/>
        </a:p>
        <a:p>
          <a:r>
            <a:rPr lang="ru-RU" sz="1000" b="0" baseline="0" dirty="0" smtClean="0"/>
            <a:t>Вы пользуетесь этим прибором? </a:t>
          </a:r>
        </a:p>
        <a:p>
          <a:pPr>
            <a:lnSpc>
              <a:spcPct val="90000"/>
            </a:lnSpc>
            <a:spcAft>
              <a:spcPct val="35000"/>
            </a:spcAft>
          </a:pPr>
          <a:endParaRPr lang="ru-RU" sz="500" b="1" baseline="0" dirty="0" smtClean="0"/>
        </a:p>
        <a:p>
          <a:pPr>
            <a:lnSpc>
              <a:spcPct val="90000"/>
            </a:lnSpc>
            <a:spcAft>
              <a:spcPct val="35000"/>
            </a:spcAft>
          </a:pPr>
          <a:r>
            <a:rPr lang="en-US" sz="1000" b="1" baseline="0" dirty="0" err="1" smtClean="0"/>
            <a:t>do|did</a:t>
          </a:r>
          <a:r>
            <a:rPr lang="en-US" sz="1000" b="1" baseline="0" dirty="0" smtClean="0"/>
            <a:t> not </a:t>
          </a:r>
          <a:r>
            <a:rPr lang="ru-RU" sz="1000" b="1" baseline="0" dirty="0" smtClean="0"/>
            <a:t>сказуемое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000" b="0" baseline="0" dirty="0" smtClean="0"/>
            <a:t>We </a:t>
          </a:r>
          <a:r>
            <a:rPr lang="en-US" sz="1000" b="1" baseline="0" dirty="0" smtClean="0"/>
            <a:t>do not (don’t) use</a:t>
          </a:r>
          <a:r>
            <a:rPr lang="en-US" sz="1000" b="0" baseline="0" dirty="0" smtClean="0"/>
            <a:t> this device.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sz="1000" b="0" baseline="0" dirty="0" smtClean="0"/>
            <a:t>Мы </a:t>
          </a:r>
          <a:r>
            <a:rPr lang="ru-RU" sz="10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не используем </a:t>
          </a:r>
          <a:r>
            <a:rPr lang="ru-RU" sz="1000" b="0" baseline="0" dirty="0" smtClean="0"/>
            <a:t>этот прибор.</a:t>
          </a:r>
          <a:endParaRPr lang="en-US" sz="500" b="1" baseline="-25000" dirty="0" smtClean="0"/>
        </a:p>
      </dgm:t>
    </dgm:pt>
    <dgm:pt modelId="{99F38F12-2E00-456D-9A18-C4B47D48600E}" type="parTrans" cxnId="{3FB41EAD-E258-4D27-98D2-39BF998EA5A3}">
      <dgm:prSet/>
      <dgm:spPr/>
      <dgm:t>
        <a:bodyPr/>
        <a:lstStyle/>
        <a:p>
          <a:endParaRPr lang="ru-RU"/>
        </a:p>
      </dgm:t>
    </dgm:pt>
    <dgm:pt modelId="{C7A59631-EBE9-4AB2-B050-2D681931C5EC}" type="sibTrans" cxnId="{3FB41EAD-E258-4D27-98D2-39BF998EA5A3}">
      <dgm:prSet/>
      <dgm:spPr/>
      <dgm:t>
        <a:bodyPr/>
        <a:lstStyle/>
        <a:p>
          <a:endParaRPr lang="ru-RU"/>
        </a:p>
      </dgm:t>
    </dgm:pt>
    <dgm:pt modelId="{63BCB368-1861-44CA-BBC6-4CA42BBD51D9}">
      <dgm:prSet custT="1"/>
      <dgm:spPr/>
      <dgm:t>
        <a:bodyPr/>
        <a:lstStyle/>
        <a:p>
          <a:r>
            <a:rPr lang="ru-RU" sz="1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переводится глаголом, который заменяет или не переводится</a:t>
          </a:r>
          <a:endParaRPr lang="ru-RU" sz="1000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397585B-1582-4602-84D0-B30A8C15A644}" type="parTrans" cxnId="{7F1B6969-4EF8-4A6B-B339-20EC1352217F}">
      <dgm:prSet/>
      <dgm:spPr/>
      <dgm:t>
        <a:bodyPr/>
        <a:lstStyle/>
        <a:p>
          <a:endParaRPr lang="ru-RU"/>
        </a:p>
      </dgm:t>
    </dgm:pt>
    <dgm:pt modelId="{0A4B4CDE-9031-439B-9DC9-67591FB17A4A}" type="sibTrans" cxnId="{7F1B6969-4EF8-4A6B-B339-20EC1352217F}">
      <dgm:prSet/>
      <dgm:spPr/>
      <dgm:t>
        <a:bodyPr/>
        <a:lstStyle/>
        <a:p>
          <a:endParaRPr lang="ru-RU"/>
        </a:p>
      </dgm:t>
    </dgm:pt>
    <dgm:pt modelId="{10B46B12-99DA-4E78-AB5A-6D1AD980DA48}">
      <dgm:prSet custT="1"/>
      <dgm:spPr/>
      <dgm:t>
        <a:bodyPr/>
        <a:lstStyle/>
        <a:p>
          <a:pPr marL="0" marR="0" indent="0" defTabSz="914400" eaLnBrk="1" fontAlgn="auto" latinLnBrk="0" hangingPunct="1">
            <a:lnSpc>
              <a:spcPct val="90000"/>
            </a:lnSpc>
            <a:spcBef>
              <a:spcPts val="0"/>
            </a:spcBef>
            <a:spcAft>
              <a:spcPts val="42"/>
            </a:spcAft>
            <a:buClrTx/>
            <a:buSzTx/>
            <a:buFontTx/>
            <a:buNone/>
            <a:tabLst/>
            <a:defRPr/>
          </a:pPr>
          <a:r>
            <a:rPr lang="en-US" sz="1000" b="0" dirty="0" smtClean="0"/>
            <a:t>The last experiments </a:t>
          </a:r>
          <a:r>
            <a:rPr lang="en-US" sz="1000" b="1" dirty="0" smtClean="0"/>
            <a:t>gave</a:t>
          </a:r>
          <a:r>
            <a:rPr lang="en-US" sz="1000" b="0" dirty="0" smtClean="0"/>
            <a:t> us much better results than </a:t>
          </a:r>
          <a:r>
            <a:rPr lang="en-US" sz="1000" b="1" dirty="0" smtClean="0"/>
            <a:t>did</a:t>
          </a:r>
          <a:r>
            <a:rPr lang="en-US" sz="1000" b="0" dirty="0" smtClean="0"/>
            <a:t> the previous ones. </a:t>
          </a:r>
          <a:endParaRPr lang="ru-RU" sz="1000" b="0" dirty="0" smtClean="0"/>
        </a:p>
        <a:p>
          <a:pPr marL="0" marR="0" indent="0" defTabSz="914400" eaLnBrk="1" fontAlgn="auto" latinLnBrk="0" hangingPunct="1">
            <a:lnSpc>
              <a:spcPct val="90000"/>
            </a:lnSpc>
            <a:spcBef>
              <a:spcPts val="0"/>
            </a:spcBef>
            <a:spcAft>
              <a:spcPts val="42"/>
            </a:spcAft>
            <a:buClrTx/>
            <a:buSzTx/>
            <a:buFontTx/>
            <a:buNone/>
            <a:tabLst/>
            <a:defRPr/>
          </a:pPr>
          <a:r>
            <a:rPr lang="ru-RU" sz="1000" b="0" dirty="0" smtClean="0"/>
            <a:t>Последние эксперименты </a:t>
          </a:r>
          <a:r>
            <a:rPr lang="ru-RU" sz="1000" b="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дали</a:t>
          </a:r>
          <a:r>
            <a:rPr lang="ru-RU" sz="1000" b="0" dirty="0" smtClean="0"/>
            <a:t> нам гораздо лучшие результаты, чем предыдущие.</a:t>
          </a:r>
        </a:p>
      </dgm:t>
    </dgm:pt>
    <dgm:pt modelId="{72AEEEC0-6858-4668-BF7C-13CB32C6C040}" type="parTrans" cxnId="{1DA5C581-9AD6-4978-A978-F163CDD1E902}">
      <dgm:prSet/>
      <dgm:spPr/>
      <dgm:t>
        <a:bodyPr/>
        <a:lstStyle/>
        <a:p>
          <a:endParaRPr lang="ru-RU"/>
        </a:p>
      </dgm:t>
    </dgm:pt>
    <dgm:pt modelId="{744CF903-03F2-45A8-BD12-CE2B16A11A4F}" type="sibTrans" cxnId="{1DA5C581-9AD6-4978-A978-F163CDD1E902}">
      <dgm:prSet/>
      <dgm:spPr/>
      <dgm:t>
        <a:bodyPr/>
        <a:lstStyle/>
        <a:p>
          <a:endParaRPr lang="ru-RU"/>
        </a:p>
      </dgm:t>
    </dgm:pt>
    <dgm:pt modelId="{6696DB99-8C6D-4189-9392-4BAEE68EB35F}">
      <dgm:prSet custT="1"/>
      <dgm:spPr/>
      <dgm:t>
        <a:bodyPr/>
        <a:lstStyle/>
        <a:p>
          <a:r>
            <a:rPr lang="ru-RU" sz="1200" dirty="0" smtClean="0"/>
            <a:t>усилительный глагол</a:t>
          </a:r>
          <a:endParaRPr lang="ru-RU" sz="1200" dirty="0"/>
        </a:p>
      </dgm:t>
    </dgm:pt>
    <dgm:pt modelId="{783DDF34-407E-418E-9210-2069DD534245}" type="parTrans" cxnId="{F7CCAC77-02C0-43A0-852F-7EED2D35DFD3}">
      <dgm:prSet/>
      <dgm:spPr/>
      <dgm:t>
        <a:bodyPr/>
        <a:lstStyle/>
        <a:p>
          <a:endParaRPr lang="ru-RU"/>
        </a:p>
      </dgm:t>
    </dgm:pt>
    <dgm:pt modelId="{9501812D-30AC-48CA-BDA6-44E27D5E1832}" type="sibTrans" cxnId="{F7CCAC77-02C0-43A0-852F-7EED2D35DFD3}">
      <dgm:prSet/>
      <dgm:spPr/>
      <dgm:t>
        <a:bodyPr/>
        <a:lstStyle/>
        <a:p>
          <a:endParaRPr lang="ru-RU"/>
        </a:p>
      </dgm:t>
    </dgm:pt>
    <dgm:pt modelId="{242E37C1-090A-4008-9DA7-46EC4D069094}">
      <dgm:prSet custT="1"/>
      <dgm:spPr/>
      <dgm:t>
        <a:bodyPr/>
        <a:lstStyle/>
        <a:p>
          <a:pPr>
            <a:spcAft>
              <a:spcPts val="420"/>
            </a:spcAft>
          </a:pPr>
          <a:r>
            <a:rPr lang="ru-RU" sz="1050" dirty="0" smtClean="0"/>
            <a:t>перед сказуемым</a:t>
          </a:r>
        </a:p>
        <a:p>
          <a:pPr>
            <a:spcAft>
              <a:spcPct val="35000"/>
            </a:spcAft>
          </a:pPr>
          <a:r>
            <a:rPr lang="ru-RU" sz="105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ведь, же, несомненно, действительно</a:t>
          </a:r>
        </a:p>
      </dgm:t>
    </dgm:pt>
    <dgm:pt modelId="{A2F2CFED-9911-401F-88FF-CA73FCBBD03C}" type="parTrans" cxnId="{5BA281ED-1DA4-4770-A5AE-15F1D74748E1}">
      <dgm:prSet/>
      <dgm:spPr/>
      <dgm:t>
        <a:bodyPr/>
        <a:lstStyle/>
        <a:p>
          <a:endParaRPr lang="ru-RU"/>
        </a:p>
      </dgm:t>
    </dgm:pt>
    <dgm:pt modelId="{53425428-9E0F-4AC4-880B-E376A1E646D7}" type="sibTrans" cxnId="{5BA281ED-1DA4-4770-A5AE-15F1D74748E1}">
      <dgm:prSet/>
      <dgm:spPr/>
      <dgm:t>
        <a:bodyPr/>
        <a:lstStyle/>
        <a:p>
          <a:endParaRPr lang="ru-RU"/>
        </a:p>
      </dgm:t>
    </dgm:pt>
    <dgm:pt modelId="{701FC3F5-56B6-435C-A0B0-26EBB1732413}">
      <dgm:prSet custT="1"/>
      <dgm:spPr/>
      <dgm:t>
        <a:bodyPr/>
        <a:lstStyle/>
        <a:p>
          <a:pPr>
            <a:lnSpc>
              <a:spcPct val="90000"/>
            </a:lnSpc>
            <a:spcAft>
              <a:spcPct val="35000"/>
            </a:spcAft>
          </a:pPr>
          <a:r>
            <a:rPr lang="en-US" sz="1000" b="1" dirty="0" smtClean="0"/>
            <a:t>do + </a:t>
          </a:r>
          <a:r>
            <a:rPr lang="ru-RU" sz="1000" b="1" dirty="0" smtClean="0"/>
            <a:t>сказуемое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000" b="0" dirty="0" smtClean="0"/>
            <a:t>We </a:t>
          </a:r>
          <a:r>
            <a:rPr lang="en-US" sz="1000" b="1" i="0" dirty="0" smtClean="0"/>
            <a:t>do</a:t>
          </a:r>
          <a:r>
            <a:rPr lang="ru-RU" sz="1000" b="1" i="0" dirty="0" smtClean="0"/>
            <a:t> </a:t>
          </a:r>
          <a:r>
            <a:rPr lang="en-US" sz="1000" b="1" i="0" dirty="0" smtClean="0"/>
            <a:t>realize </a:t>
          </a:r>
          <a:r>
            <a:rPr lang="en-US" sz="1000" b="0" dirty="0" smtClean="0"/>
            <a:t>the importance of this discovery</a:t>
          </a:r>
          <a:r>
            <a:rPr lang="ru-RU" sz="1000" b="0" dirty="0" smtClean="0"/>
            <a:t>.</a:t>
          </a:r>
          <a:r>
            <a:rPr lang="en-US" sz="1000" b="0" dirty="0" smtClean="0"/>
            <a:t> </a:t>
          </a:r>
          <a:endParaRPr lang="ru-RU" sz="1000" b="0" dirty="0" smtClean="0"/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sz="1000" b="0" dirty="0" smtClean="0"/>
            <a:t>Мы, </a:t>
          </a:r>
          <a:r>
            <a:rPr lang="ru-RU" sz="1000" b="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конечно, понимаем</a:t>
          </a:r>
          <a:r>
            <a:rPr lang="ru-RU" sz="1000" b="0" dirty="0" smtClean="0"/>
            <a:t> значение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sz="1000" b="0" dirty="0" smtClean="0"/>
            <a:t>этого открытия.</a:t>
          </a:r>
        </a:p>
      </dgm:t>
    </dgm:pt>
    <dgm:pt modelId="{CFDD3ACE-DDEE-4E91-B4B1-5C9FEC19EE2F}" type="parTrans" cxnId="{699345F0-B7E6-402B-B02D-35A584C91979}">
      <dgm:prSet/>
      <dgm:spPr/>
      <dgm:t>
        <a:bodyPr/>
        <a:lstStyle/>
        <a:p>
          <a:endParaRPr lang="ru-RU"/>
        </a:p>
      </dgm:t>
    </dgm:pt>
    <dgm:pt modelId="{9CBF5F10-BB38-45B2-AC7B-510E9A200F7C}" type="sibTrans" cxnId="{699345F0-B7E6-402B-B02D-35A584C91979}">
      <dgm:prSet/>
      <dgm:spPr/>
      <dgm:t>
        <a:bodyPr/>
        <a:lstStyle/>
        <a:p>
          <a:endParaRPr lang="ru-RU"/>
        </a:p>
      </dgm:t>
    </dgm:pt>
    <dgm:pt modelId="{03D3CCEF-4BE1-4CFC-AF86-4D8FB4C8A853}" type="pres">
      <dgm:prSet presAssocID="{12A5CA53-4ACF-4802-8A06-CBF3CAAC1B4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30F3B3F-1976-4CEF-A892-4CFBC16F9729}" type="pres">
      <dgm:prSet presAssocID="{D4F63B6F-29AC-4ED2-B3AC-6C901EDD1E69}" presName="root1" presStyleCnt="0"/>
      <dgm:spPr/>
    </dgm:pt>
    <dgm:pt modelId="{979A9F9F-6D13-492A-9F2B-5A364E162FB6}" type="pres">
      <dgm:prSet presAssocID="{D4F63B6F-29AC-4ED2-B3AC-6C901EDD1E69}" presName="LevelOneTextNode" presStyleLbl="node0" presStyleIdx="0" presStyleCnt="1" custScaleX="4635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AD527B2-9701-4F31-8BCA-316BA9C5E5D7}" type="pres">
      <dgm:prSet presAssocID="{D4F63B6F-29AC-4ED2-B3AC-6C901EDD1E69}" presName="level2hierChild" presStyleCnt="0"/>
      <dgm:spPr/>
    </dgm:pt>
    <dgm:pt modelId="{BEAAA359-2A17-49A3-82EB-739B6856E4E3}" type="pres">
      <dgm:prSet presAssocID="{3C7568D2-46AE-4ED0-AE6B-6252E52E3F58}" presName="conn2-1" presStyleLbl="parChTrans1D2" presStyleIdx="0" presStyleCnt="4"/>
      <dgm:spPr/>
      <dgm:t>
        <a:bodyPr/>
        <a:lstStyle/>
        <a:p>
          <a:endParaRPr lang="ru-RU"/>
        </a:p>
      </dgm:t>
    </dgm:pt>
    <dgm:pt modelId="{CBBC8060-D992-441B-8F91-A3EFB5E14CE5}" type="pres">
      <dgm:prSet presAssocID="{3C7568D2-46AE-4ED0-AE6B-6252E52E3F58}" presName="connTx" presStyleLbl="parChTrans1D2" presStyleIdx="0" presStyleCnt="4"/>
      <dgm:spPr/>
      <dgm:t>
        <a:bodyPr/>
        <a:lstStyle/>
        <a:p>
          <a:endParaRPr lang="ru-RU"/>
        </a:p>
      </dgm:t>
    </dgm:pt>
    <dgm:pt modelId="{C8BC5857-6398-4455-BAA6-06B4C88C2E9A}" type="pres">
      <dgm:prSet presAssocID="{B84842E8-94D8-41B9-AA68-2682EBFD9FB7}" presName="root2" presStyleCnt="0"/>
      <dgm:spPr/>
    </dgm:pt>
    <dgm:pt modelId="{A2861469-7508-4E25-9ED8-0826B853DBA9}" type="pres">
      <dgm:prSet presAssocID="{B84842E8-94D8-41B9-AA68-2682EBFD9FB7}" presName="LevelTwoTextNode" presStyleLbl="node2" presStyleIdx="0" presStyleCnt="4" custScaleX="107472" custLinFactNeighborX="-17169" custLinFactNeighborY="-477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966C1E6-E783-491C-B65E-C5C62E42E46A}" type="pres">
      <dgm:prSet presAssocID="{B84842E8-94D8-41B9-AA68-2682EBFD9FB7}" presName="level3hierChild" presStyleCnt="0"/>
      <dgm:spPr/>
    </dgm:pt>
    <dgm:pt modelId="{ECDE70AA-F3C6-4CEA-B50D-AC75C9D2E4DD}" type="pres">
      <dgm:prSet presAssocID="{6F1E4144-3325-461D-BCF2-E9C2316E82E0}" presName="conn2-1" presStyleLbl="parChTrans1D3" presStyleIdx="0" presStyleCnt="4"/>
      <dgm:spPr/>
      <dgm:t>
        <a:bodyPr/>
        <a:lstStyle/>
        <a:p>
          <a:endParaRPr lang="ru-RU"/>
        </a:p>
      </dgm:t>
    </dgm:pt>
    <dgm:pt modelId="{EC714F85-921D-4608-99AB-3C6AC2FF3D58}" type="pres">
      <dgm:prSet presAssocID="{6F1E4144-3325-461D-BCF2-E9C2316E82E0}" presName="connTx" presStyleLbl="parChTrans1D3" presStyleIdx="0" presStyleCnt="4"/>
      <dgm:spPr/>
      <dgm:t>
        <a:bodyPr/>
        <a:lstStyle/>
        <a:p>
          <a:endParaRPr lang="ru-RU"/>
        </a:p>
      </dgm:t>
    </dgm:pt>
    <dgm:pt modelId="{696F1200-0F5D-4A2F-80E9-7FB8BF8EAC16}" type="pres">
      <dgm:prSet presAssocID="{8B03491D-1BE5-44A1-B75F-5EF96959C2AE}" presName="root2" presStyleCnt="0"/>
      <dgm:spPr/>
    </dgm:pt>
    <dgm:pt modelId="{4951981A-372E-47D4-BC50-1F8238AAB045}" type="pres">
      <dgm:prSet presAssocID="{8B03491D-1BE5-44A1-B75F-5EF96959C2AE}" presName="LevelTwoTextNode" presStyleLbl="node3" presStyleIdx="0" presStyleCnt="4" custScaleX="91219" custScaleY="147633" custLinFactNeighborX="-12288" custLinFactNeighborY="-835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362D75E-1B8E-494A-89C8-46413021A630}" type="pres">
      <dgm:prSet presAssocID="{8B03491D-1BE5-44A1-B75F-5EF96959C2AE}" presName="level3hierChild" presStyleCnt="0"/>
      <dgm:spPr/>
    </dgm:pt>
    <dgm:pt modelId="{766D0B1F-583F-47B1-A662-B8E63E45C908}" type="pres">
      <dgm:prSet presAssocID="{280D74DE-8DA9-4418-8A85-29FBF6F79B19}" presName="conn2-1" presStyleLbl="parChTrans1D4" presStyleIdx="0" presStyleCnt="4"/>
      <dgm:spPr/>
      <dgm:t>
        <a:bodyPr/>
        <a:lstStyle/>
        <a:p>
          <a:endParaRPr lang="ru-RU"/>
        </a:p>
      </dgm:t>
    </dgm:pt>
    <dgm:pt modelId="{DBE6A3DC-0100-4195-B140-290103669EE8}" type="pres">
      <dgm:prSet presAssocID="{280D74DE-8DA9-4418-8A85-29FBF6F79B19}" presName="connTx" presStyleLbl="parChTrans1D4" presStyleIdx="0" presStyleCnt="4"/>
      <dgm:spPr/>
      <dgm:t>
        <a:bodyPr/>
        <a:lstStyle/>
        <a:p>
          <a:endParaRPr lang="ru-RU"/>
        </a:p>
      </dgm:t>
    </dgm:pt>
    <dgm:pt modelId="{E411733A-28FF-403E-9CE7-3821873CE6A8}" type="pres">
      <dgm:prSet presAssocID="{DBCC8A23-06A7-49BC-86D7-D3D2D31A9E18}" presName="root2" presStyleCnt="0"/>
      <dgm:spPr/>
    </dgm:pt>
    <dgm:pt modelId="{BBECC775-FD7E-43E7-BA68-4A563591B2BB}" type="pres">
      <dgm:prSet presAssocID="{DBCC8A23-06A7-49BC-86D7-D3D2D31A9E18}" presName="LevelTwoTextNode" presStyleLbl="node4" presStyleIdx="0" presStyleCnt="4" custScaleX="208585" custScaleY="160844" custLinFactNeighborX="1987" custLinFactNeighborY="-736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6F9DE36-0BE6-4255-A15E-BE9A5BEBE188}" type="pres">
      <dgm:prSet presAssocID="{DBCC8A23-06A7-49BC-86D7-D3D2D31A9E18}" presName="level3hierChild" presStyleCnt="0"/>
      <dgm:spPr/>
    </dgm:pt>
    <dgm:pt modelId="{AA8E896F-F9A3-492C-AFB5-B0B667A9D434}" type="pres">
      <dgm:prSet presAssocID="{461F93A6-C5F5-4DD7-AB73-A119595A76D1}" presName="conn2-1" presStyleLbl="parChTrans1D2" presStyleIdx="1" presStyleCnt="4"/>
      <dgm:spPr/>
      <dgm:t>
        <a:bodyPr/>
        <a:lstStyle/>
        <a:p>
          <a:endParaRPr lang="ru-RU"/>
        </a:p>
      </dgm:t>
    </dgm:pt>
    <dgm:pt modelId="{C185ACE0-0FFE-430F-852E-86920D1CB0C8}" type="pres">
      <dgm:prSet presAssocID="{461F93A6-C5F5-4DD7-AB73-A119595A76D1}" presName="connTx" presStyleLbl="parChTrans1D2" presStyleIdx="1" presStyleCnt="4"/>
      <dgm:spPr/>
      <dgm:t>
        <a:bodyPr/>
        <a:lstStyle/>
        <a:p>
          <a:endParaRPr lang="ru-RU"/>
        </a:p>
      </dgm:t>
    </dgm:pt>
    <dgm:pt modelId="{A5DB96B5-33BF-4122-BA50-7FC86A3B471F}" type="pres">
      <dgm:prSet presAssocID="{8E98DFA2-5718-4130-B498-8BE77937F90A}" presName="root2" presStyleCnt="0"/>
      <dgm:spPr/>
    </dgm:pt>
    <dgm:pt modelId="{2DD5AFF6-397B-4C6A-B39B-CA53C647266F}" type="pres">
      <dgm:prSet presAssocID="{8E98DFA2-5718-4130-B498-8BE77937F90A}" presName="LevelTwoTextNode" presStyleLbl="node2" presStyleIdx="1" presStyleCnt="4" custScaleX="104633" custLinFactY="74075" custLinFactNeighborX="-17169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CE0235B-5A13-4DBC-8313-5D2E57735872}" type="pres">
      <dgm:prSet presAssocID="{8E98DFA2-5718-4130-B498-8BE77937F90A}" presName="level3hierChild" presStyleCnt="0"/>
      <dgm:spPr/>
    </dgm:pt>
    <dgm:pt modelId="{7CA16EAF-6817-40EC-832E-A4956DA01040}" type="pres">
      <dgm:prSet presAssocID="{734FEB14-F283-4496-991F-47B28A5A0C1C}" presName="conn2-1" presStyleLbl="parChTrans1D3" presStyleIdx="1" presStyleCnt="4"/>
      <dgm:spPr/>
      <dgm:t>
        <a:bodyPr/>
        <a:lstStyle/>
        <a:p>
          <a:endParaRPr lang="ru-RU"/>
        </a:p>
      </dgm:t>
    </dgm:pt>
    <dgm:pt modelId="{9EA387B6-75C8-4C14-98DE-FCDA716187B8}" type="pres">
      <dgm:prSet presAssocID="{734FEB14-F283-4496-991F-47B28A5A0C1C}" presName="connTx" presStyleLbl="parChTrans1D3" presStyleIdx="1" presStyleCnt="4"/>
      <dgm:spPr/>
      <dgm:t>
        <a:bodyPr/>
        <a:lstStyle/>
        <a:p>
          <a:endParaRPr lang="ru-RU"/>
        </a:p>
      </dgm:t>
    </dgm:pt>
    <dgm:pt modelId="{0386987C-5089-47C1-87C3-04F53464DF8D}" type="pres">
      <dgm:prSet presAssocID="{A26FB35F-1B46-4AE7-A8F8-E87CB626F39D}" presName="root2" presStyleCnt="0"/>
      <dgm:spPr/>
    </dgm:pt>
    <dgm:pt modelId="{CB66DC6F-CF5E-4C7D-8ACF-1848C1DCA832}" type="pres">
      <dgm:prSet presAssocID="{A26FB35F-1B46-4AE7-A8F8-E87CB626F39D}" presName="LevelTwoTextNode" presStyleLbl="node3" presStyleIdx="1" presStyleCnt="4" custScaleX="90438" custScaleY="152285" custLinFactY="70403" custLinFactNeighborX="-7764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3CAEB7A-68CB-4164-AD1A-894BF0C22D5B}" type="pres">
      <dgm:prSet presAssocID="{A26FB35F-1B46-4AE7-A8F8-E87CB626F39D}" presName="level3hierChild" presStyleCnt="0"/>
      <dgm:spPr/>
    </dgm:pt>
    <dgm:pt modelId="{43C838D8-D22E-44A1-B20B-5D6265C8D118}" type="pres">
      <dgm:prSet presAssocID="{99F38F12-2E00-456D-9A18-C4B47D48600E}" presName="conn2-1" presStyleLbl="parChTrans1D4" presStyleIdx="1" presStyleCnt="4"/>
      <dgm:spPr/>
      <dgm:t>
        <a:bodyPr/>
        <a:lstStyle/>
        <a:p>
          <a:endParaRPr lang="ru-RU"/>
        </a:p>
      </dgm:t>
    </dgm:pt>
    <dgm:pt modelId="{CB45D1C8-93A6-498E-BBE4-6031AA6D39C3}" type="pres">
      <dgm:prSet presAssocID="{99F38F12-2E00-456D-9A18-C4B47D48600E}" presName="connTx" presStyleLbl="parChTrans1D4" presStyleIdx="1" presStyleCnt="4"/>
      <dgm:spPr/>
      <dgm:t>
        <a:bodyPr/>
        <a:lstStyle/>
        <a:p>
          <a:endParaRPr lang="ru-RU"/>
        </a:p>
      </dgm:t>
    </dgm:pt>
    <dgm:pt modelId="{5D09691F-AC6B-4CF3-80ED-EA500C9D2775}" type="pres">
      <dgm:prSet presAssocID="{2245FA50-E324-4BCD-A3EF-377891AC8749}" presName="root2" presStyleCnt="0"/>
      <dgm:spPr/>
    </dgm:pt>
    <dgm:pt modelId="{97971C19-DA93-4017-876E-0C893190C6AE}" type="pres">
      <dgm:prSet presAssocID="{2245FA50-E324-4BCD-A3EF-377891AC8749}" presName="LevelTwoTextNode" presStyleLbl="node4" presStyleIdx="1" presStyleCnt="4" custScaleX="210497" custScaleY="166993" custLinFactY="67819" custLinFactNeighborX="5899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BD9D7D9-6DBC-4818-AA85-B2489686AF9C}" type="pres">
      <dgm:prSet presAssocID="{2245FA50-E324-4BCD-A3EF-377891AC8749}" presName="level3hierChild" presStyleCnt="0"/>
      <dgm:spPr/>
    </dgm:pt>
    <dgm:pt modelId="{94794D1D-5818-454A-9130-9F53FE19EF3E}" type="pres">
      <dgm:prSet presAssocID="{EDE96304-3EEF-4842-B6F7-29F79F34BABC}" presName="conn2-1" presStyleLbl="parChTrans1D2" presStyleIdx="2" presStyleCnt="4"/>
      <dgm:spPr/>
      <dgm:t>
        <a:bodyPr/>
        <a:lstStyle/>
        <a:p>
          <a:endParaRPr lang="ru-RU"/>
        </a:p>
      </dgm:t>
    </dgm:pt>
    <dgm:pt modelId="{14C01969-88F1-4B32-B66C-38172E89EA4A}" type="pres">
      <dgm:prSet presAssocID="{EDE96304-3EEF-4842-B6F7-29F79F34BABC}" presName="connTx" presStyleLbl="parChTrans1D2" presStyleIdx="2" presStyleCnt="4"/>
      <dgm:spPr/>
      <dgm:t>
        <a:bodyPr/>
        <a:lstStyle/>
        <a:p>
          <a:endParaRPr lang="ru-RU"/>
        </a:p>
      </dgm:t>
    </dgm:pt>
    <dgm:pt modelId="{1808F73A-3859-47DA-9D26-740AE322CCD8}" type="pres">
      <dgm:prSet presAssocID="{F7AEE637-C173-45B0-853F-6821AA3D8DD5}" presName="root2" presStyleCnt="0"/>
      <dgm:spPr/>
    </dgm:pt>
    <dgm:pt modelId="{B35DF259-0BC2-4A01-BBC3-C03718EBA6BB}" type="pres">
      <dgm:prSet presAssocID="{F7AEE637-C173-45B0-853F-6821AA3D8DD5}" presName="LevelTwoTextNode" presStyleLbl="node2" presStyleIdx="2" presStyleCnt="4" custScaleX="108516" custLinFactY="64910" custLinFactNeighborX="-17169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7A7CD8E-5B9B-4452-AB1A-4BB0B87EF2C1}" type="pres">
      <dgm:prSet presAssocID="{F7AEE637-C173-45B0-853F-6821AA3D8DD5}" presName="level3hierChild" presStyleCnt="0"/>
      <dgm:spPr/>
    </dgm:pt>
    <dgm:pt modelId="{D3E2574E-2025-43DC-85D5-353E1639CFEC}" type="pres">
      <dgm:prSet presAssocID="{2397585B-1582-4602-84D0-B30A8C15A644}" presName="conn2-1" presStyleLbl="parChTrans1D3" presStyleIdx="2" presStyleCnt="4"/>
      <dgm:spPr/>
      <dgm:t>
        <a:bodyPr/>
        <a:lstStyle/>
        <a:p>
          <a:endParaRPr lang="ru-RU"/>
        </a:p>
      </dgm:t>
    </dgm:pt>
    <dgm:pt modelId="{3FDF737E-1266-4CEF-A112-914DD97E8577}" type="pres">
      <dgm:prSet presAssocID="{2397585B-1582-4602-84D0-B30A8C15A644}" presName="connTx" presStyleLbl="parChTrans1D3" presStyleIdx="2" presStyleCnt="4"/>
      <dgm:spPr/>
      <dgm:t>
        <a:bodyPr/>
        <a:lstStyle/>
        <a:p>
          <a:endParaRPr lang="ru-RU"/>
        </a:p>
      </dgm:t>
    </dgm:pt>
    <dgm:pt modelId="{3EF9752C-CDDF-4C92-BC3C-C3446A0ECF5C}" type="pres">
      <dgm:prSet presAssocID="{63BCB368-1861-44CA-BBC6-4CA42BBD51D9}" presName="root2" presStyleCnt="0"/>
      <dgm:spPr/>
    </dgm:pt>
    <dgm:pt modelId="{67AE4D55-17E6-4929-9003-E679C39D1073}" type="pres">
      <dgm:prSet presAssocID="{63BCB368-1861-44CA-BBC6-4CA42BBD51D9}" presName="LevelTwoTextNode" presStyleLbl="node3" presStyleIdx="2" presStyleCnt="4" custScaleX="91134" custScaleY="146440" custLinFactY="68255" custLinFactNeighborX="-8370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6F150BB-20CA-4F0F-891B-49F5D6BC674D}" type="pres">
      <dgm:prSet presAssocID="{63BCB368-1861-44CA-BBC6-4CA42BBD51D9}" presName="level3hierChild" presStyleCnt="0"/>
      <dgm:spPr/>
    </dgm:pt>
    <dgm:pt modelId="{DA1BD843-1E90-436A-A334-53CF1E51C253}" type="pres">
      <dgm:prSet presAssocID="{72AEEEC0-6858-4668-BF7C-13CB32C6C040}" presName="conn2-1" presStyleLbl="parChTrans1D4" presStyleIdx="2" presStyleCnt="4"/>
      <dgm:spPr/>
      <dgm:t>
        <a:bodyPr/>
        <a:lstStyle/>
        <a:p>
          <a:endParaRPr lang="ru-RU"/>
        </a:p>
      </dgm:t>
    </dgm:pt>
    <dgm:pt modelId="{30EAE11F-D6F3-49B2-82C8-37B2AEF27C06}" type="pres">
      <dgm:prSet presAssocID="{72AEEEC0-6858-4668-BF7C-13CB32C6C040}" presName="connTx" presStyleLbl="parChTrans1D4" presStyleIdx="2" presStyleCnt="4"/>
      <dgm:spPr/>
      <dgm:t>
        <a:bodyPr/>
        <a:lstStyle/>
        <a:p>
          <a:endParaRPr lang="ru-RU"/>
        </a:p>
      </dgm:t>
    </dgm:pt>
    <dgm:pt modelId="{31A79F18-AFB9-40B2-B98D-8449099B79E4}" type="pres">
      <dgm:prSet presAssocID="{10B46B12-99DA-4E78-AB5A-6D1AD980DA48}" presName="root2" presStyleCnt="0"/>
      <dgm:spPr/>
    </dgm:pt>
    <dgm:pt modelId="{4BD6AB6D-3D4F-4CDE-8E6B-7A821A109FF0}" type="pres">
      <dgm:prSet presAssocID="{10B46B12-99DA-4E78-AB5A-6D1AD980DA48}" presName="LevelTwoTextNode" presStyleLbl="node4" presStyleIdx="2" presStyleCnt="4" custScaleX="208944" custScaleY="159226" custLinFactY="70774" custLinFactNeighborX="2597" custLinFactNeighborY="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C8FCD52-E582-4348-8478-4DE2EA0FC9D1}" type="pres">
      <dgm:prSet presAssocID="{10B46B12-99DA-4E78-AB5A-6D1AD980DA48}" presName="level3hierChild" presStyleCnt="0"/>
      <dgm:spPr/>
    </dgm:pt>
    <dgm:pt modelId="{A06EA24D-B5CD-4E2D-9BED-7D4729344DCF}" type="pres">
      <dgm:prSet presAssocID="{783DDF34-407E-418E-9210-2069DD534245}" presName="conn2-1" presStyleLbl="parChTrans1D2" presStyleIdx="3" presStyleCnt="4"/>
      <dgm:spPr/>
      <dgm:t>
        <a:bodyPr/>
        <a:lstStyle/>
        <a:p>
          <a:endParaRPr lang="ru-RU"/>
        </a:p>
      </dgm:t>
    </dgm:pt>
    <dgm:pt modelId="{D9703B8E-AA15-4650-BA07-B95AC16ADF79}" type="pres">
      <dgm:prSet presAssocID="{783DDF34-407E-418E-9210-2069DD534245}" presName="connTx" presStyleLbl="parChTrans1D2" presStyleIdx="3" presStyleCnt="4"/>
      <dgm:spPr/>
      <dgm:t>
        <a:bodyPr/>
        <a:lstStyle/>
        <a:p>
          <a:endParaRPr lang="ru-RU"/>
        </a:p>
      </dgm:t>
    </dgm:pt>
    <dgm:pt modelId="{4D38275C-4C9D-45B5-8E99-E3FA0AD4DD67}" type="pres">
      <dgm:prSet presAssocID="{6696DB99-8C6D-4189-9392-4BAEE68EB35F}" presName="root2" presStyleCnt="0"/>
      <dgm:spPr/>
    </dgm:pt>
    <dgm:pt modelId="{61B9C421-9483-409F-A7FB-32624F83566C}" type="pres">
      <dgm:prSet presAssocID="{6696DB99-8C6D-4189-9392-4BAEE68EB35F}" presName="LevelTwoTextNode" presStyleLbl="node2" presStyleIdx="3" presStyleCnt="4" custScaleX="105478" custLinFactY="-153777" custLinFactNeighborX="-17169" custLinFactNeighborY="-2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8FD4FF5-683E-424B-97C9-110AA7FEFDDC}" type="pres">
      <dgm:prSet presAssocID="{6696DB99-8C6D-4189-9392-4BAEE68EB35F}" presName="level3hierChild" presStyleCnt="0"/>
      <dgm:spPr/>
    </dgm:pt>
    <dgm:pt modelId="{8AC38C23-0645-4B81-B29D-47AD7BE4B83D}" type="pres">
      <dgm:prSet presAssocID="{A2F2CFED-9911-401F-88FF-CA73FCBBD03C}" presName="conn2-1" presStyleLbl="parChTrans1D3" presStyleIdx="3" presStyleCnt="4"/>
      <dgm:spPr/>
      <dgm:t>
        <a:bodyPr/>
        <a:lstStyle/>
        <a:p>
          <a:endParaRPr lang="ru-RU"/>
        </a:p>
      </dgm:t>
    </dgm:pt>
    <dgm:pt modelId="{9B5F5BF5-8E39-4EF7-8003-260234A63AAD}" type="pres">
      <dgm:prSet presAssocID="{A2F2CFED-9911-401F-88FF-CA73FCBBD03C}" presName="connTx" presStyleLbl="parChTrans1D3" presStyleIdx="3" presStyleCnt="4"/>
      <dgm:spPr/>
      <dgm:t>
        <a:bodyPr/>
        <a:lstStyle/>
        <a:p>
          <a:endParaRPr lang="ru-RU"/>
        </a:p>
      </dgm:t>
    </dgm:pt>
    <dgm:pt modelId="{58EF39D3-F4FD-4048-8415-AB1AD4AA15C9}" type="pres">
      <dgm:prSet presAssocID="{242E37C1-090A-4008-9DA7-46EC4D069094}" presName="root2" presStyleCnt="0"/>
      <dgm:spPr/>
    </dgm:pt>
    <dgm:pt modelId="{AC5D7E3F-018D-4A20-A703-E894C6EED694}" type="pres">
      <dgm:prSet presAssocID="{242E37C1-090A-4008-9DA7-46EC4D069094}" presName="LevelTwoTextNode" presStyleLbl="node3" presStyleIdx="3" presStyleCnt="4" custScaleX="90357" custScaleY="158035" custLinFactY="-154573" custLinFactNeighborX="-8609" custLinFactNeighborY="-2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0107543-5833-4130-98B2-86CD04A68B3A}" type="pres">
      <dgm:prSet presAssocID="{242E37C1-090A-4008-9DA7-46EC4D069094}" presName="level3hierChild" presStyleCnt="0"/>
      <dgm:spPr/>
    </dgm:pt>
    <dgm:pt modelId="{1E60C52A-88FD-4FEC-BCA8-7EFC214FB2E2}" type="pres">
      <dgm:prSet presAssocID="{CFDD3ACE-DDEE-4E91-B4B1-5C9FEC19EE2F}" presName="conn2-1" presStyleLbl="parChTrans1D4" presStyleIdx="3" presStyleCnt="4"/>
      <dgm:spPr/>
      <dgm:t>
        <a:bodyPr/>
        <a:lstStyle/>
        <a:p>
          <a:endParaRPr lang="ru-RU"/>
        </a:p>
      </dgm:t>
    </dgm:pt>
    <dgm:pt modelId="{87E638D0-887C-49AD-8D10-26BBFFF6BCC6}" type="pres">
      <dgm:prSet presAssocID="{CFDD3ACE-DDEE-4E91-B4B1-5C9FEC19EE2F}" presName="connTx" presStyleLbl="parChTrans1D4" presStyleIdx="3" presStyleCnt="4"/>
      <dgm:spPr/>
      <dgm:t>
        <a:bodyPr/>
        <a:lstStyle/>
        <a:p>
          <a:endParaRPr lang="ru-RU"/>
        </a:p>
      </dgm:t>
    </dgm:pt>
    <dgm:pt modelId="{AF82D3BA-4245-4CDF-A495-06BD4C5DF2F2}" type="pres">
      <dgm:prSet presAssocID="{701FC3F5-56B6-435C-A0B0-26EBB1732413}" presName="root2" presStyleCnt="0"/>
      <dgm:spPr/>
    </dgm:pt>
    <dgm:pt modelId="{4C2BD9F6-A7A2-4CCA-AD09-DABAA35BDB2A}" type="pres">
      <dgm:prSet presAssocID="{701FC3F5-56B6-435C-A0B0-26EBB1732413}" presName="LevelTwoTextNode" presStyleLbl="node4" presStyleIdx="3" presStyleCnt="4" custScaleX="208766" custScaleY="152492" custLinFactY="-157345" custLinFactNeighborX="5135" custLinFactNeighborY="-2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BFD05CA-C6D1-4825-9D35-4DF6FD20F574}" type="pres">
      <dgm:prSet presAssocID="{701FC3F5-56B6-435C-A0B0-26EBB1732413}" presName="level3hierChild" presStyleCnt="0"/>
      <dgm:spPr/>
    </dgm:pt>
  </dgm:ptLst>
  <dgm:cxnLst>
    <dgm:cxn modelId="{57ADD7B7-F8AA-4868-97BB-E9230E03E3AC}" type="presOf" srcId="{2397585B-1582-4602-84D0-B30A8C15A644}" destId="{3FDF737E-1266-4CEF-A112-914DD97E8577}" srcOrd="1" destOrd="0" presId="urn:microsoft.com/office/officeart/2005/8/layout/hierarchy2"/>
    <dgm:cxn modelId="{3FB41EAD-E258-4D27-98D2-39BF998EA5A3}" srcId="{A26FB35F-1B46-4AE7-A8F8-E87CB626F39D}" destId="{2245FA50-E324-4BCD-A3EF-377891AC8749}" srcOrd="0" destOrd="0" parTransId="{99F38F12-2E00-456D-9A18-C4B47D48600E}" sibTransId="{C7A59631-EBE9-4AB2-B050-2D681931C5EC}"/>
    <dgm:cxn modelId="{25DE6796-DFB7-418D-B9EC-E83BBC87CC79}" type="presOf" srcId="{2245FA50-E324-4BCD-A3EF-377891AC8749}" destId="{97971C19-DA93-4017-876E-0C893190C6AE}" srcOrd="0" destOrd="0" presId="urn:microsoft.com/office/officeart/2005/8/layout/hierarchy2"/>
    <dgm:cxn modelId="{DFE11BAB-D8D2-4307-9ACA-0627C7CA2580}" type="presOf" srcId="{6F1E4144-3325-461D-BCF2-E9C2316E82E0}" destId="{ECDE70AA-F3C6-4CEA-B50D-AC75C9D2E4DD}" srcOrd="0" destOrd="0" presId="urn:microsoft.com/office/officeart/2005/8/layout/hierarchy2"/>
    <dgm:cxn modelId="{F10FDBD0-3E4C-4E52-B5EC-BB664520F925}" type="presOf" srcId="{2397585B-1582-4602-84D0-B30A8C15A644}" destId="{D3E2574E-2025-43DC-85D5-353E1639CFEC}" srcOrd="0" destOrd="0" presId="urn:microsoft.com/office/officeart/2005/8/layout/hierarchy2"/>
    <dgm:cxn modelId="{33E60D02-3350-4ADF-8687-52B92C1E0E84}" type="presOf" srcId="{280D74DE-8DA9-4418-8A85-29FBF6F79B19}" destId="{DBE6A3DC-0100-4195-B140-290103669EE8}" srcOrd="1" destOrd="0" presId="urn:microsoft.com/office/officeart/2005/8/layout/hierarchy2"/>
    <dgm:cxn modelId="{2887695B-F52C-4139-9EC0-AC4DADC02972}" type="presOf" srcId="{461F93A6-C5F5-4DD7-AB73-A119595A76D1}" destId="{AA8E896F-F9A3-492C-AFB5-B0B667A9D434}" srcOrd="0" destOrd="0" presId="urn:microsoft.com/office/officeart/2005/8/layout/hierarchy2"/>
    <dgm:cxn modelId="{DE726263-9654-4313-9D53-3485BEF1B584}" type="presOf" srcId="{783DDF34-407E-418E-9210-2069DD534245}" destId="{A06EA24D-B5CD-4E2D-9BED-7D4729344DCF}" srcOrd="0" destOrd="0" presId="urn:microsoft.com/office/officeart/2005/8/layout/hierarchy2"/>
    <dgm:cxn modelId="{F4E68A6D-F8E3-4CE8-9D52-77384ACDFCE0}" type="presOf" srcId="{DBCC8A23-06A7-49BC-86D7-D3D2D31A9E18}" destId="{BBECC775-FD7E-43E7-BA68-4A563591B2BB}" srcOrd="0" destOrd="0" presId="urn:microsoft.com/office/officeart/2005/8/layout/hierarchy2"/>
    <dgm:cxn modelId="{92D00DCB-C28A-4BAC-8538-7500A2488514}" type="presOf" srcId="{D4F63B6F-29AC-4ED2-B3AC-6C901EDD1E69}" destId="{979A9F9F-6D13-492A-9F2B-5A364E162FB6}" srcOrd="0" destOrd="0" presId="urn:microsoft.com/office/officeart/2005/8/layout/hierarchy2"/>
    <dgm:cxn modelId="{E4E173B0-2482-462C-9C40-C4C7C2352624}" srcId="{8E98DFA2-5718-4130-B498-8BE77937F90A}" destId="{A26FB35F-1B46-4AE7-A8F8-E87CB626F39D}" srcOrd="0" destOrd="0" parTransId="{734FEB14-F283-4496-991F-47B28A5A0C1C}" sibTransId="{28B577D2-B337-4546-AA96-8638751AEE91}"/>
    <dgm:cxn modelId="{AF7FB787-685E-4BB7-AF00-973A4D9ACE20}" type="presOf" srcId="{3C7568D2-46AE-4ED0-AE6B-6252E52E3F58}" destId="{BEAAA359-2A17-49A3-82EB-739B6856E4E3}" srcOrd="0" destOrd="0" presId="urn:microsoft.com/office/officeart/2005/8/layout/hierarchy2"/>
    <dgm:cxn modelId="{A1F41126-B938-4F41-A788-462F4C7CC71B}" type="presOf" srcId="{6696DB99-8C6D-4189-9392-4BAEE68EB35F}" destId="{61B9C421-9483-409F-A7FB-32624F83566C}" srcOrd="0" destOrd="0" presId="urn:microsoft.com/office/officeart/2005/8/layout/hierarchy2"/>
    <dgm:cxn modelId="{FFFC6E74-70D4-4036-9081-F4607290225C}" type="presOf" srcId="{280D74DE-8DA9-4418-8A85-29FBF6F79B19}" destId="{766D0B1F-583F-47B1-A662-B8E63E45C908}" srcOrd="0" destOrd="0" presId="urn:microsoft.com/office/officeart/2005/8/layout/hierarchy2"/>
    <dgm:cxn modelId="{A777230C-1A64-4E86-ADE9-5DEAFB00E1FE}" type="presOf" srcId="{72AEEEC0-6858-4668-BF7C-13CB32C6C040}" destId="{30EAE11F-D6F3-49B2-82C8-37B2AEF27C06}" srcOrd="1" destOrd="0" presId="urn:microsoft.com/office/officeart/2005/8/layout/hierarchy2"/>
    <dgm:cxn modelId="{01EE30CA-8808-4B84-A076-BBBA311CE169}" srcId="{D4F63B6F-29AC-4ED2-B3AC-6C901EDD1E69}" destId="{8E98DFA2-5718-4130-B498-8BE77937F90A}" srcOrd="1" destOrd="0" parTransId="{461F93A6-C5F5-4DD7-AB73-A119595A76D1}" sibTransId="{19156935-5C29-4402-98D2-ABD0EC804BB0}"/>
    <dgm:cxn modelId="{92C7ED76-5F13-4734-8021-4183567B89D7}" type="presOf" srcId="{461F93A6-C5F5-4DD7-AB73-A119595A76D1}" destId="{C185ACE0-0FFE-430F-852E-86920D1CB0C8}" srcOrd="1" destOrd="0" presId="urn:microsoft.com/office/officeart/2005/8/layout/hierarchy2"/>
    <dgm:cxn modelId="{B8F0A258-2613-4025-9DA5-2C30ED81D61A}" type="presOf" srcId="{10B46B12-99DA-4E78-AB5A-6D1AD980DA48}" destId="{4BD6AB6D-3D4F-4CDE-8E6B-7A821A109FF0}" srcOrd="0" destOrd="0" presId="urn:microsoft.com/office/officeart/2005/8/layout/hierarchy2"/>
    <dgm:cxn modelId="{1D331D19-837D-453E-A9D2-7F0058AE3519}" type="presOf" srcId="{242E37C1-090A-4008-9DA7-46EC4D069094}" destId="{AC5D7E3F-018D-4A20-A703-E894C6EED694}" srcOrd="0" destOrd="0" presId="urn:microsoft.com/office/officeart/2005/8/layout/hierarchy2"/>
    <dgm:cxn modelId="{78B6C3DC-5441-4B13-8BF7-28B8E3CEC793}" type="presOf" srcId="{72AEEEC0-6858-4668-BF7C-13CB32C6C040}" destId="{DA1BD843-1E90-436A-A334-53CF1E51C253}" srcOrd="0" destOrd="0" presId="urn:microsoft.com/office/officeart/2005/8/layout/hierarchy2"/>
    <dgm:cxn modelId="{1DA5C581-9AD6-4978-A978-F163CDD1E902}" srcId="{63BCB368-1861-44CA-BBC6-4CA42BBD51D9}" destId="{10B46B12-99DA-4E78-AB5A-6D1AD980DA48}" srcOrd="0" destOrd="0" parTransId="{72AEEEC0-6858-4668-BF7C-13CB32C6C040}" sibTransId="{744CF903-03F2-45A8-BD12-CE2B16A11A4F}"/>
    <dgm:cxn modelId="{949668BD-5F19-43C0-AE3B-292FA6E50206}" type="presOf" srcId="{734FEB14-F283-4496-991F-47B28A5A0C1C}" destId="{7CA16EAF-6817-40EC-832E-A4956DA01040}" srcOrd="0" destOrd="0" presId="urn:microsoft.com/office/officeart/2005/8/layout/hierarchy2"/>
    <dgm:cxn modelId="{4D8BC8D2-4352-4630-B865-B05B14A4081B}" type="presOf" srcId="{99F38F12-2E00-456D-9A18-C4B47D48600E}" destId="{43C838D8-D22E-44A1-B20B-5D6265C8D118}" srcOrd="0" destOrd="0" presId="urn:microsoft.com/office/officeart/2005/8/layout/hierarchy2"/>
    <dgm:cxn modelId="{F5C04E85-D877-4F9F-98DA-368D658D2942}" type="presOf" srcId="{8B03491D-1BE5-44A1-B75F-5EF96959C2AE}" destId="{4951981A-372E-47D4-BC50-1F8238AAB045}" srcOrd="0" destOrd="0" presId="urn:microsoft.com/office/officeart/2005/8/layout/hierarchy2"/>
    <dgm:cxn modelId="{01332C72-4A38-4AEE-B354-036465D828E3}" type="presOf" srcId="{783DDF34-407E-418E-9210-2069DD534245}" destId="{D9703B8E-AA15-4650-BA07-B95AC16ADF79}" srcOrd="1" destOrd="0" presId="urn:microsoft.com/office/officeart/2005/8/layout/hierarchy2"/>
    <dgm:cxn modelId="{62C49B72-0449-4111-BFFC-7F13468269C3}" type="presOf" srcId="{EDE96304-3EEF-4842-B6F7-29F79F34BABC}" destId="{14C01969-88F1-4B32-B66C-38172E89EA4A}" srcOrd="1" destOrd="0" presId="urn:microsoft.com/office/officeart/2005/8/layout/hierarchy2"/>
    <dgm:cxn modelId="{8C36DE67-0784-4BFF-BC48-1E3CE7B757E4}" type="presOf" srcId="{F7AEE637-C173-45B0-853F-6821AA3D8DD5}" destId="{B35DF259-0BC2-4A01-BBC3-C03718EBA6BB}" srcOrd="0" destOrd="0" presId="urn:microsoft.com/office/officeart/2005/8/layout/hierarchy2"/>
    <dgm:cxn modelId="{5F0A49DF-4BA8-4E08-AC8C-179F41BA1D87}" type="presOf" srcId="{B84842E8-94D8-41B9-AA68-2682EBFD9FB7}" destId="{A2861469-7508-4E25-9ED8-0826B853DBA9}" srcOrd="0" destOrd="0" presId="urn:microsoft.com/office/officeart/2005/8/layout/hierarchy2"/>
    <dgm:cxn modelId="{464A25D9-BA23-460B-9130-1E6E5B40D95F}" type="presOf" srcId="{8E98DFA2-5718-4130-B498-8BE77937F90A}" destId="{2DD5AFF6-397B-4C6A-B39B-CA53C647266F}" srcOrd="0" destOrd="0" presId="urn:microsoft.com/office/officeart/2005/8/layout/hierarchy2"/>
    <dgm:cxn modelId="{29BF32B4-B406-4C66-B747-E6D3F214E506}" type="presOf" srcId="{99F38F12-2E00-456D-9A18-C4B47D48600E}" destId="{CB45D1C8-93A6-498E-BBE4-6031AA6D39C3}" srcOrd="1" destOrd="0" presId="urn:microsoft.com/office/officeart/2005/8/layout/hierarchy2"/>
    <dgm:cxn modelId="{D32E0597-4864-4528-BB80-41A10F2DFB60}" srcId="{D4F63B6F-29AC-4ED2-B3AC-6C901EDD1E69}" destId="{B84842E8-94D8-41B9-AA68-2682EBFD9FB7}" srcOrd="0" destOrd="0" parTransId="{3C7568D2-46AE-4ED0-AE6B-6252E52E3F58}" sibTransId="{B5AFACED-8E9F-484B-BC65-F00B1DAC7D23}"/>
    <dgm:cxn modelId="{699345F0-B7E6-402B-B02D-35A584C91979}" srcId="{242E37C1-090A-4008-9DA7-46EC4D069094}" destId="{701FC3F5-56B6-435C-A0B0-26EBB1732413}" srcOrd="0" destOrd="0" parTransId="{CFDD3ACE-DDEE-4E91-B4B1-5C9FEC19EE2F}" sibTransId="{9CBF5F10-BB38-45B2-AC7B-510E9A200F7C}"/>
    <dgm:cxn modelId="{A767DD2E-5136-413D-A3E9-0E118D9E32A3}" type="presOf" srcId="{EDE96304-3EEF-4842-B6F7-29F79F34BABC}" destId="{94794D1D-5818-454A-9130-9F53FE19EF3E}" srcOrd="0" destOrd="0" presId="urn:microsoft.com/office/officeart/2005/8/layout/hierarchy2"/>
    <dgm:cxn modelId="{F7CCAC77-02C0-43A0-852F-7EED2D35DFD3}" srcId="{D4F63B6F-29AC-4ED2-B3AC-6C901EDD1E69}" destId="{6696DB99-8C6D-4189-9392-4BAEE68EB35F}" srcOrd="3" destOrd="0" parTransId="{783DDF34-407E-418E-9210-2069DD534245}" sibTransId="{9501812D-30AC-48CA-BDA6-44E27D5E1832}"/>
    <dgm:cxn modelId="{45B5382E-8C56-41B3-AD17-4BA2ABB701F1}" type="presOf" srcId="{A2F2CFED-9911-401F-88FF-CA73FCBBD03C}" destId="{9B5F5BF5-8E39-4EF7-8003-260234A63AAD}" srcOrd="1" destOrd="0" presId="urn:microsoft.com/office/officeart/2005/8/layout/hierarchy2"/>
    <dgm:cxn modelId="{9283CEF3-38DD-4A5A-A686-2DEFE7246A2E}" srcId="{8B03491D-1BE5-44A1-B75F-5EF96959C2AE}" destId="{DBCC8A23-06A7-49BC-86D7-D3D2D31A9E18}" srcOrd="0" destOrd="0" parTransId="{280D74DE-8DA9-4418-8A85-29FBF6F79B19}" sibTransId="{CE7319F1-0EBF-4D09-8C2B-EB692A363823}"/>
    <dgm:cxn modelId="{407478FC-BB5C-4DC5-89B6-217B6ABBAF8B}" srcId="{B84842E8-94D8-41B9-AA68-2682EBFD9FB7}" destId="{8B03491D-1BE5-44A1-B75F-5EF96959C2AE}" srcOrd="0" destOrd="0" parTransId="{6F1E4144-3325-461D-BCF2-E9C2316E82E0}" sibTransId="{4B778793-71A4-4AD6-A06B-D7C88D8477F3}"/>
    <dgm:cxn modelId="{D4F92320-4D49-448E-A86D-670669AE9014}" type="presOf" srcId="{A26FB35F-1B46-4AE7-A8F8-E87CB626F39D}" destId="{CB66DC6F-CF5E-4C7D-8ACF-1848C1DCA832}" srcOrd="0" destOrd="0" presId="urn:microsoft.com/office/officeart/2005/8/layout/hierarchy2"/>
    <dgm:cxn modelId="{7F1B6969-4EF8-4A6B-B339-20EC1352217F}" srcId="{F7AEE637-C173-45B0-853F-6821AA3D8DD5}" destId="{63BCB368-1861-44CA-BBC6-4CA42BBD51D9}" srcOrd="0" destOrd="0" parTransId="{2397585B-1582-4602-84D0-B30A8C15A644}" sibTransId="{0A4B4CDE-9031-439B-9DC9-67591FB17A4A}"/>
    <dgm:cxn modelId="{0C1B9217-A96B-4A49-886F-45BF0D9AA3C8}" type="presOf" srcId="{CFDD3ACE-DDEE-4E91-B4B1-5C9FEC19EE2F}" destId="{87E638D0-887C-49AD-8D10-26BBFFF6BCC6}" srcOrd="1" destOrd="0" presId="urn:microsoft.com/office/officeart/2005/8/layout/hierarchy2"/>
    <dgm:cxn modelId="{0E49AF63-9FC0-441C-A3F6-31694C52032C}" type="presOf" srcId="{63BCB368-1861-44CA-BBC6-4CA42BBD51D9}" destId="{67AE4D55-17E6-4929-9003-E679C39D1073}" srcOrd="0" destOrd="0" presId="urn:microsoft.com/office/officeart/2005/8/layout/hierarchy2"/>
    <dgm:cxn modelId="{6CF6E21E-69F4-41D5-9B0B-D5ABD897DF5F}" type="presOf" srcId="{CFDD3ACE-DDEE-4E91-B4B1-5C9FEC19EE2F}" destId="{1E60C52A-88FD-4FEC-BCA8-7EFC214FB2E2}" srcOrd="0" destOrd="0" presId="urn:microsoft.com/office/officeart/2005/8/layout/hierarchy2"/>
    <dgm:cxn modelId="{5745DEE9-16CA-4F93-A024-1C6B969A8293}" type="presOf" srcId="{6F1E4144-3325-461D-BCF2-E9C2316E82E0}" destId="{EC714F85-921D-4608-99AB-3C6AC2FF3D58}" srcOrd="1" destOrd="0" presId="urn:microsoft.com/office/officeart/2005/8/layout/hierarchy2"/>
    <dgm:cxn modelId="{5D09C95B-2480-4733-94A5-8C6F06FE57D0}" type="presOf" srcId="{734FEB14-F283-4496-991F-47B28A5A0C1C}" destId="{9EA387B6-75C8-4C14-98DE-FCDA716187B8}" srcOrd="1" destOrd="0" presId="urn:microsoft.com/office/officeart/2005/8/layout/hierarchy2"/>
    <dgm:cxn modelId="{6058550C-8BA8-47AC-B1CC-DF64000E49FA}" srcId="{12A5CA53-4ACF-4802-8A06-CBF3CAAC1B4D}" destId="{D4F63B6F-29AC-4ED2-B3AC-6C901EDD1E69}" srcOrd="0" destOrd="0" parTransId="{E15B62BF-5D28-4B2E-AD8A-BF16D8F04CA9}" sibTransId="{D301EC9E-C1F9-4CC1-9CA3-2E088B001B10}"/>
    <dgm:cxn modelId="{63E63078-FAB5-423F-B53B-931363F24F2C}" type="presOf" srcId="{A2F2CFED-9911-401F-88FF-CA73FCBBD03C}" destId="{8AC38C23-0645-4B81-B29D-47AD7BE4B83D}" srcOrd="0" destOrd="0" presId="urn:microsoft.com/office/officeart/2005/8/layout/hierarchy2"/>
    <dgm:cxn modelId="{915760CB-CA3B-4821-A131-3132478B7B95}" type="presOf" srcId="{701FC3F5-56B6-435C-A0B0-26EBB1732413}" destId="{4C2BD9F6-A7A2-4CCA-AD09-DABAA35BDB2A}" srcOrd="0" destOrd="0" presId="urn:microsoft.com/office/officeart/2005/8/layout/hierarchy2"/>
    <dgm:cxn modelId="{26128D75-4F49-41F7-B211-825AD85F0C55}" type="presOf" srcId="{3C7568D2-46AE-4ED0-AE6B-6252E52E3F58}" destId="{CBBC8060-D992-441B-8F91-A3EFB5E14CE5}" srcOrd="1" destOrd="0" presId="urn:microsoft.com/office/officeart/2005/8/layout/hierarchy2"/>
    <dgm:cxn modelId="{9FD4CF0A-F43E-46C2-8FDC-A8F2CE0E0D50}" type="presOf" srcId="{12A5CA53-4ACF-4802-8A06-CBF3CAAC1B4D}" destId="{03D3CCEF-4BE1-4CFC-AF86-4D8FB4C8A853}" srcOrd="0" destOrd="0" presId="urn:microsoft.com/office/officeart/2005/8/layout/hierarchy2"/>
    <dgm:cxn modelId="{5BA281ED-1DA4-4770-A5AE-15F1D74748E1}" srcId="{6696DB99-8C6D-4189-9392-4BAEE68EB35F}" destId="{242E37C1-090A-4008-9DA7-46EC4D069094}" srcOrd="0" destOrd="0" parTransId="{A2F2CFED-9911-401F-88FF-CA73FCBBD03C}" sibTransId="{53425428-9E0F-4AC4-880B-E376A1E646D7}"/>
    <dgm:cxn modelId="{EDE5E9C8-8C15-4A08-AE1C-193260A27FEE}" srcId="{D4F63B6F-29AC-4ED2-B3AC-6C901EDD1E69}" destId="{F7AEE637-C173-45B0-853F-6821AA3D8DD5}" srcOrd="2" destOrd="0" parTransId="{EDE96304-3EEF-4842-B6F7-29F79F34BABC}" sibTransId="{874D2E95-A531-42DF-BC81-815B4BF9DEC3}"/>
    <dgm:cxn modelId="{3DE98E51-372F-4087-BF4A-D9E2EAAF937D}" type="presParOf" srcId="{03D3CCEF-4BE1-4CFC-AF86-4D8FB4C8A853}" destId="{530F3B3F-1976-4CEF-A892-4CFBC16F9729}" srcOrd="0" destOrd="0" presId="urn:microsoft.com/office/officeart/2005/8/layout/hierarchy2"/>
    <dgm:cxn modelId="{BA38CB60-D22F-48B7-82CF-DFD11D991E5B}" type="presParOf" srcId="{530F3B3F-1976-4CEF-A892-4CFBC16F9729}" destId="{979A9F9F-6D13-492A-9F2B-5A364E162FB6}" srcOrd="0" destOrd="0" presId="urn:microsoft.com/office/officeart/2005/8/layout/hierarchy2"/>
    <dgm:cxn modelId="{C9C3307D-D4F1-46C0-AF38-79ABB52A421B}" type="presParOf" srcId="{530F3B3F-1976-4CEF-A892-4CFBC16F9729}" destId="{3AD527B2-9701-4F31-8BCA-316BA9C5E5D7}" srcOrd="1" destOrd="0" presId="urn:microsoft.com/office/officeart/2005/8/layout/hierarchy2"/>
    <dgm:cxn modelId="{2268F39B-552E-4B6C-9EF4-E2A613037BA2}" type="presParOf" srcId="{3AD527B2-9701-4F31-8BCA-316BA9C5E5D7}" destId="{BEAAA359-2A17-49A3-82EB-739B6856E4E3}" srcOrd="0" destOrd="0" presId="urn:microsoft.com/office/officeart/2005/8/layout/hierarchy2"/>
    <dgm:cxn modelId="{78D47086-DF04-4B85-9282-33EF5985C068}" type="presParOf" srcId="{BEAAA359-2A17-49A3-82EB-739B6856E4E3}" destId="{CBBC8060-D992-441B-8F91-A3EFB5E14CE5}" srcOrd="0" destOrd="0" presId="urn:microsoft.com/office/officeart/2005/8/layout/hierarchy2"/>
    <dgm:cxn modelId="{54299B97-7E1F-4561-A798-BEBDBC0B0121}" type="presParOf" srcId="{3AD527B2-9701-4F31-8BCA-316BA9C5E5D7}" destId="{C8BC5857-6398-4455-BAA6-06B4C88C2E9A}" srcOrd="1" destOrd="0" presId="urn:microsoft.com/office/officeart/2005/8/layout/hierarchy2"/>
    <dgm:cxn modelId="{D6A10B5A-2146-465D-971B-137AA355A8AD}" type="presParOf" srcId="{C8BC5857-6398-4455-BAA6-06B4C88C2E9A}" destId="{A2861469-7508-4E25-9ED8-0826B853DBA9}" srcOrd="0" destOrd="0" presId="urn:microsoft.com/office/officeart/2005/8/layout/hierarchy2"/>
    <dgm:cxn modelId="{632CFD01-6DDA-4F13-93B5-18E43219102F}" type="presParOf" srcId="{C8BC5857-6398-4455-BAA6-06B4C88C2E9A}" destId="{F966C1E6-E783-491C-B65E-C5C62E42E46A}" srcOrd="1" destOrd="0" presId="urn:microsoft.com/office/officeart/2005/8/layout/hierarchy2"/>
    <dgm:cxn modelId="{8D42ED3A-7B41-44E8-8FAC-90284855E043}" type="presParOf" srcId="{F966C1E6-E783-491C-B65E-C5C62E42E46A}" destId="{ECDE70AA-F3C6-4CEA-B50D-AC75C9D2E4DD}" srcOrd="0" destOrd="0" presId="urn:microsoft.com/office/officeart/2005/8/layout/hierarchy2"/>
    <dgm:cxn modelId="{818896FB-65C5-4B89-9333-4C00493DB16B}" type="presParOf" srcId="{ECDE70AA-F3C6-4CEA-B50D-AC75C9D2E4DD}" destId="{EC714F85-921D-4608-99AB-3C6AC2FF3D58}" srcOrd="0" destOrd="0" presId="urn:microsoft.com/office/officeart/2005/8/layout/hierarchy2"/>
    <dgm:cxn modelId="{ED6A017D-C65A-4FCD-BC7E-B4CB609BE69A}" type="presParOf" srcId="{F966C1E6-E783-491C-B65E-C5C62E42E46A}" destId="{696F1200-0F5D-4A2F-80E9-7FB8BF8EAC16}" srcOrd="1" destOrd="0" presId="urn:microsoft.com/office/officeart/2005/8/layout/hierarchy2"/>
    <dgm:cxn modelId="{9FE027C8-6178-44E1-9C30-AA0C2A90CB13}" type="presParOf" srcId="{696F1200-0F5D-4A2F-80E9-7FB8BF8EAC16}" destId="{4951981A-372E-47D4-BC50-1F8238AAB045}" srcOrd="0" destOrd="0" presId="urn:microsoft.com/office/officeart/2005/8/layout/hierarchy2"/>
    <dgm:cxn modelId="{856E9FF3-C53E-4FDC-92B4-DC11AF299FE5}" type="presParOf" srcId="{696F1200-0F5D-4A2F-80E9-7FB8BF8EAC16}" destId="{7362D75E-1B8E-494A-89C8-46413021A630}" srcOrd="1" destOrd="0" presId="urn:microsoft.com/office/officeart/2005/8/layout/hierarchy2"/>
    <dgm:cxn modelId="{E8196C70-99CF-4F03-A9A4-0BF2EB2588C2}" type="presParOf" srcId="{7362D75E-1B8E-494A-89C8-46413021A630}" destId="{766D0B1F-583F-47B1-A662-B8E63E45C908}" srcOrd="0" destOrd="0" presId="urn:microsoft.com/office/officeart/2005/8/layout/hierarchy2"/>
    <dgm:cxn modelId="{63243BB5-9E92-4268-9962-0B48CFF0BF9A}" type="presParOf" srcId="{766D0B1F-583F-47B1-A662-B8E63E45C908}" destId="{DBE6A3DC-0100-4195-B140-290103669EE8}" srcOrd="0" destOrd="0" presId="urn:microsoft.com/office/officeart/2005/8/layout/hierarchy2"/>
    <dgm:cxn modelId="{95FDA4CF-7129-4653-B0D4-63BECD68FA4B}" type="presParOf" srcId="{7362D75E-1B8E-494A-89C8-46413021A630}" destId="{E411733A-28FF-403E-9CE7-3821873CE6A8}" srcOrd="1" destOrd="0" presId="urn:microsoft.com/office/officeart/2005/8/layout/hierarchy2"/>
    <dgm:cxn modelId="{C7AF0097-0A30-429A-A401-F03AE4869EE1}" type="presParOf" srcId="{E411733A-28FF-403E-9CE7-3821873CE6A8}" destId="{BBECC775-FD7E-43E7-BA68-4A563591B2BB}" srcOrd="0" destOrd="0" presId="urn:microsoft.com/office/officeart/2005/8/layout/hierarchy2"/>
    <dgm:cxn modelId="{AE07806C-5897-4018-BDAE-4BA2B6570206}" type="presParOf" srcId="{E411733A-28FF-403E-9CE7-3821873CE6A8}" destId="{96F9DE36-0BE6-4255-A15E-BE9A5BEBE188}" srcOrd="1" destOrd="0" presId="urn:microsoft.com/office/officeart/2005/8/layout/hierarchy2"/>
    <dgm:cxn modelId="{5CF4C598-332D-4D60-B252-387D0A1A85D1}" type="presParOf" srcId="{3AD527B2-9701-4F31-8BCA-316BA9C5E5D7}" destId="{AA8E896F-F9A3-492C-AFB5-B0B667A9D434}" srcOrd="2" destOrd="0" presId="urn:microsoft.com/office/officeart/2005/8/layout/hierarchy2"/>
    <dgm:cxn modelId="{C5A01812-D283-46CA-92CB-B6B9A5B6408B}" type="presParOf" srcId="{AA8E896F-F9A3-492C-AFB5-B0B667A9D434}" destId="{C185ACE0-0FFE-430F-852E-86920D1CB0C8}" srcOrd="0" destOrd="0" presId="urn:microsoft.com/office/officeart/2005/8/layout/hierarchy2"/>
    <dgm:cxn modelId="{3DB963B4-4BB8-44DD-878D-901A283F3D8D}" type="presParOf" srcId="{3AD527B2-9701-4F31-8BCA-316BA9C5E5D7}" destId="{A5DB96B5-33BF-4122-BA50-7FC86A3B471F}" srcOrd="3" destOrd="0" presId="urn:microsoft.com/office/officeart/2005/8/layout/hierarchy2"/>
    <dgm:cxn modelId="{C348B500-86D5-47C5-ADE4-A890BA61158B}" type="presParOf" srcId="{A5DB96B5-33BF-4122-BA50-7FC86A3B471F}" destId="{2DD5AFF6-397B-4C6A-B39B-CA53C647266F}" srcOrd="0" destOrd="0" presId="urn:microsoft.com/office/officeart/2005/8/layout/hierarchy2"/>
    <dgm:cxn modelId="{870C428A-636C-4242-8EF1-157FF726DEB6}" type="presParOf" srcId="{A5DB96B5-33BF-4122-BA50-7FC86A3B471F}" destId="{DCE0235B-5A13-4DBC-8313-5D2E57735872}" srcOrd="1" destOrd="0" presId="urn:microsoft.com/office/officeart/2005/8/layout/hierarchy2"/>
    <dgm:cxn modelId="{EF7CF5D5-0A71-45C4-B91F-C991EACFBC43}" type="presParOf" srcId="{DCE0235B-5A13-4DBC-8313-5D2E57735872}" destId="{7CA16EAF-6817-40EC-832E-A4956DA01040}" srcOrd="0" destOrd="0" presId="urn:microsoft.com/office/officeart/2005/8/layout/hierarchy2"/>
    <dgm:cxn modelId="{4C41DC32-420B-43C2-92E8-929843C05E52}" type="presParOf" srcId="{7CA16EAF-6817-40EC-832E-A4956DA01040}" destId="{9EA387B6-75C8-4C14-98DE-FCDA716187B8}" srcOrd="0" destOrd="0" presId="urn:microsoft.com/office/officeart/2005/8/layout/hierarchy2"/>
    <dgm:cxn modelId="{47C34DB9-5B14-4685-BE96-6A9D64BBED23}" type="presParOf" srcId="{DCE0235B-5A13-4DBC-8313-5D2E57735872}" destId="{0386987C-5089-47C1-87C3-04F53464DF8D}" srcOrd="1" destOrd="0" presId="urn:microsoft.com/office/officeart/2005/8/layout/hierarchy2"/>
    <dgm:cxn modelId="{86A494E0-62E5-4635-9353-AE00E3ADAC16}" type="presParOf" srcId="{0386987C-5089-47C1-87C3-04F53464DF8D}" destId="{CB66DC6F-CF5E-4C7D-8ACF-1848C1DCA832}" srcOrd="0" destOrd="0" presId="urn:microsoft.com/office/officeart/2005/8/layout/hierarchy2"/>
    <dgm:cxn modelId="{0C9C7EC4-FB43-49AB-BDE7-7258B5B71DC1}" type="presParOf" srcId="{0386987C-5089-47C1-87C3-04F53464DF8D}" destId="{B3CAEB7A-68CB-4164-AD1A-894BF0C22D5B}" srcOrd="1" destOrd="0" presId="urn:microsoft.com/office/officeart/2005/8/layout/hierarchy2"/>
    <dgm:cxn modelId="{8499C9D1-914E-4AF8-94FC-86D46F50F21E}" type="presParOf" srcId="{B3CAEB7A-68CB-4164-AD1A-894BF0C22D5B}" destId="{43C838D8-D22E-44A1-B20B-5D6265C8D118}" srcOrd="0" destOrd="0" presId="urn:microsoft.com/office/officeart/2005/8/layout/hierarchy2"/>
    <dgm:cxn modelId="{E0E8BC3A-58DB-431A-A6E7-FB7ABA6AF7D0}" type="presParOf" srcId="{43C838D8-D22E-44A1-B20B-5D6265C8D118}" destId="{CB45D1C8-93A6-498E-BBE4-6031AA6D39C3}" srcOrd="0" destOrd="0" presId="urn:microsoft.com/office/officeart/2005/8/layout/hierarchy2"/>
    <dgm:cxn modelId="{6044D72B-07E7-405F-8FB8-8BFA8A1677CD}" type="presParOf" srcId="{B3CAEB7A-68CB-4164-AD1A-894BF0C22D5B}" destId="{5D09691F-AC6B-4CF3-80ED-EA500C9D2775}" srcOrd="1" destOrd="0" presId="urn:microsoft.com/office/officeart/2005/8/layout/hierarchy2"/>
    <dgm:cxn modelId="{43C6FB7B-157E-484E-A836-8004430449E8}" type="presParOf" srcId="{5D09691F-AC6B-4CF3-80ED-EA500C9D2775}" destId="{97971C19-DA93-4017-876E-0C893190C6AE}" srcOrd="0" destOrd="0" presId="urn:microsoft.com/office/officeart/2005/8/layout/hierarchy2"/>
    <dgm:cxn modelId="{94962BA0-5676-400D-B24C-F28A5F381E93}" type="presParOf" srcId="{5D09691F-AC6B-4CF3-80ED-EA500C9D2775}" destId="{FBD9D7D9-6DBC-4818-AA85-B2489686AF9C}" srcOrd="1" destOrd="0" presId="urn:microsoft.com/office/officeart/2005/8/layout/hierarchy2"/>
    <dgm:cxn modelId="{2B3287D4-8D05-49DC-AD37-E78AF3CB866E}" type="presParOf" srcId="{3AD527B2-9701-4F31-8BCA-316BA9C5E5D7}" destId="{94794D1D-5818-454A-9130-9F53FE19EF3E}" srcOrd="4" destOrd="0" presId="urn:microsoft.com/office/officeart/2005/8/layout/hierarchy2"/>
    <dgm:cxn modelId="{B59572BC-7035-4A1D-A876-33F623FB44D1}" type="presParOf" srcId="{94794D1D-5818-454A-9130-9F53FE19EF3E}" destId="{14C01969-88F1-4B32-B66C-38172E89EA4A}" srcOrd="0" destOrd="0" presId="urn:microsoft.com/office/officeart/2005/8/layout/hierarchy2"/>
    <dgm:cxn modelId="{00F6486C-BE18-4AEE-A4DD-2AEF10960951}" type="presParOf" srcId="{3AD527B2-9701-4F31-8BCA-316BA9C5E5D7}" destId="{1808F73A-3859-47DA-9D26-740AE322CCD8}" srcOrd="5" destOrd="0" presId="urn:microsoft.com/office/officeart/2005/8/layout/hierarchy2"/>
    <dgm:cxn modelId="{16E50B2F-B771-4DE8-9206-56DF4C1F76A8}" type="presParOf" srcId="{1808F73A-3859-47DA-9D26-740AE322CCD8}" destId="{B35DF259-0BC2-4A01-BBC3-C03718EBA6BB}" srcOrd="0" destOrd="0" presId="urn:microsoft.com/office/officeart/2005/8/layout/hierarchy2"/>
    <dgm:cxn modelId="{A4020D02-6F9B-4CE5-A411-5C3DAFCC878D}" type="presParOf" srcId="{1808F73A-3859-47DA-9D26-740AE322CCD8}" destId="{E7A7CD8E-5B9B-4452-AB1A-4BB0B87EF2C1}" srcOrd="1" destOrd="0" presId="urn:microsoft.com/office/officeart/2005/8/layout/hierarchy2"/>
    <dgm:cxn modelId="{4039B0DF-24F5-44C3-AAF1-13DC2B7D5DB5}" type="presParOf" srcId="{E7A7CD8E-5B9B-4452-AB1A-4BB0B87EF2C1}" destId="{D3E2574E-2025-43DC-85D5-353E1639CFEC}" srcOrd="0" destOrd="0" presId="urn:microsoft.com/office/officeart/2005/8/layout/hierarchy2"/>
    <dgm:cxn modelId="{474E3404-86DC-431B-8EA9-120D5BE219EB}" type="presParOf" srcId="{D3E2574E-2025-43DC-85D5-353E1639CFEC}" destId="{3FDF737E-1266-4CEF-A112-914DD97E8577}" srcOrd="0" destOrd="0" presId="urn:microsoft.com/office/officeart/2005/8/layout/hierarchy2"/>
    <dgm:cxn modelId="{E77A701D-4AA3-46D9-AA45-87F0A9C62CCA}" type="presParOf" srcId="{E7A7CD8E-5B9B-4452-AB1A-4BB0B87EF2C1}" destId="{3EF9752C-CDDF-4C92-BC3C-C3446A0ECF5C}" srcOrd="1" destOrd="0" presId="urn:microsoft.com/office/officeart/2005/8/layout/hierarchy2"/>
    <dgm:cxn modelId="{8EB97051-F90D-462F-AB09-77F396ED1DA9}" type="presParOf" srcId="{3EF9752C-CDDF-4C92-BC3C-C3446A0ECF5C}" destId="{67AE4D55-17E6-4929-9003-E679C39D1073}" srcOrd="0" destOrd="0" presId="urn:microsoft.com/office/officeart/2005/8/layout/hierarchy2"/>
    <dgm:cxn modelId="{2D8571AD-95FD-40C8-947D-BA0B96F035F1}" type="presParOf" srcId="{3EF9752C-CDDF-4C92-BC3C-C3446A0ECF5C}" destId="{56F150BB-20CA-4F0F-891B-49F5D6BC674D}" srcOrd="1" destOrd="0" presId="urn:microsoft.com/office/officeart/2005/8/layout/hierarchy2"/>
    <dgm:cxn modelId="{EE109A55-3618-4541-9D73-9AD45AB9B688}" type="presParOf" srcId="{56F150BB-20CA-4F0F-891B-49F5D6BC674D}" destId="{DA1BD843-1E90-436A-A334-53CF1E51C253}" srcOrd="0" destOrd="0" presId="urn:microsoft.com/office/officeart/2005/8/layout/hierarchy2"/>
    <dgm:cxn modelId="{866A2F6C-A8F7-4167-BDE9-09CD20C26586}" type="presParOf" srcId="{DA1BD843-1E90-436A-A334-53CF1E51C253}" destId="{30EAE11F-D6F3-49B2-82C8-37B2AEF27C06}" srcOrd="0" destOrd="0" presId="urn:microsoft.com/office/officeart/2005/8/layout/hierarchy2"/>
    <dgm:cxn modelId="{A19085D8-A199-49D6-BC53-3B6020704AA5}" type="presParOf" srcId="{56F150BB-20CA-4F0F-891B-49F5D6BC674D}" destId="{31A79F18-AFB9-40B2-B98D-8449099B79E4}" srcOrd="1" destOrd="0" presId="urn:microsoft.com/office/officeart/2005/8/layout/hierarchy2"/>
    <dgm:cxn modelId="{AE3537E6-03FD-40FD-9518-CCB802DEAA85}" type="presParOf" srcId="{31A79F18-AFB9-40B2-B98D-8449099B79E4}" destId="{4BD6AB6D-3D4F-4CDE-8E6B-7A821A109FF0}" srcOrd="0" destOrd="0" presId="urn:microsoft.com/office/officeart/2005/8/layout/hierarchy2"/>
    <dgm:cxn modelId="{992A5E92-900B-4ACD-9C5B-A286D8E7B65C}" type="presParOf" srcId="{31A79F18-AFB9-40B2-B98D-8449099B79E4}" destId="{4C8FCD52-E582-4348-8478-4DE2EA0FC9D1}" srcOrd="1" destOrd="0" presId="urn:microsoft.com/office/officeart/2005/8/layout/hierarchy2"/>
    <dgm:cxn modelId="{6F04A948-5F2E-4750-8295-AAFAE704B2F0}" type="presParOf" srcId="{3AD527B2-9701-4F31-8BCA-316BA9C5E5D7}" destId="{A06EA24D-B5CD-4E2D-9BED-7D4729344DCF}" srcOrd="6" destOrd="0" presId="urn:microsoft.com/office/officeart/2005/8/layout/hierarchy2"/>
    <dgm:cxn modelId="{5472E6AF-B626-480D-951A-14F0A369FA3D}" type="presParOf" srcId="{A06EA24D-B5CD-4E2D-9BED-7D4729344DCF}" destId="{D9703B8E-AA15-4650-BA07-B95AC16ADF79}" srcOrd="0" destOrd="0" presId="urn:microsoft.com/office/officeart/2005/8/layout/hierarchy2"/>
    <dgm:cxn modelId="{7C40DD6B-BC7C-4AE9-B389-8EA1AF91CE6D}" type="presParOf" srcId="{3AD527B2-9701-4F31-8BCA-316BA9C5E5D7}" destId="{4D38275C-4C9D-45B5-8E99-E3FA0AD4DD67}" srcOrd="7" destOrd="0" presId="urn:microsoft.com/office/officeart/2005/8/layout/hierarchy2"/>
    <dgm:cxn modelId="{8928B9FA-D19A-4FCD-B3C2-084E414BA4B2}" type="presParOf" srcId="{4D38275C-4C9D-45B5-8E99-E3FA0AD4DD67}" destId="{61B9C421-9483-409F-A7FB-32624F83566C}" srcOrd="0" destOrd="0" presId="urn:microsoft.com/office/officeart/2005/8/layout/hierarchy2"/>
    <dgm:cxn modelId="{0F42D139-15FB-493D-8C98-E15EDCB1A4A9}" type="presParOf" srcId="{4D38275C-4C9D-45B5-8E99-E3FA0AD4DD67}" destId="{48FD4FF5-683E-424B-97C9-110AA7FEFDDC}" srcOrd="1" destOrd="0" presId="urn:microsoft.com/office/officeart/2005/8/layout/hierarchy2"/>
    <dgm:cxn modelId="{E61B48BF-A8EA-4714-8CE9-61C2B94A8441}" type="presParOf" srcId="{48FD4FF5-683E-424B-97C9-110AA7FEFDDC}" destId="{8AC38C23-0645-4B81-B29D-47AD7BE4B83D}" srcOrd="0" destOrd="0" presId="urn:microsoft.com/office/officeart/2005/8/layout/hierarchy2"/>
    <dgm:cxn modelId="{6C53161A-314B-4E8F-9206-3425AE78F28F}" type="presParOf" srcId="{8AC38C23-0645-4B81-B29D-47AD7BE4B83D}" destId="{9B5F5BF5-8E39-4EF7-8003-260234A63AAD}" srcOrd="0" destOrd="0" presId="urn:microsoft.com/office/officeart/2005/8/layout/hierarchy2"/>
    <dgm:cxn modelId="{3262D39D-6699-4B42-808E-9F9636D34BB9}" type="presParOf" srcId="{48FD4FF5-683E-424B-97C9-110AA7FEFDDC}" destId="{58EF39D3-F4FD-4048-8415-AB1AD4AA15C9}" srcOrd="1" destOrd="0" presId="urn:microsoft.com/office/officeart/2005/8/layout/hierarchy2"/>
    <dgm:cxn modelId="{ADCE5DF8-3FC7-4E7D-A222-488C5D51AD0D}" type="presParOf" srcId="{58EF39D3-F4FD-4048-8415-AB1AD4AA15C9}" destId="{AC5D7E3F-018D-4A20-A703-E894C6EED694}" srcOrd="0" destOrd="0" presId="urn:microsoft.com/office/officeart/2005/8/layout/hierarchy2"/>
    <dgm:cxn modelId="{DC4E6B14-6A32-4EA7-8CBE-B12655B37B63}" type="presParOf" srcId="{58EF39D3-F4FD-4048-8415-AB1AD4AA15C9}" destId="{D0107543-5833-4130-98B2-86CD04A68B3A}" srcOrd="1" destOrd="0" presId="urn:microsoft.com/office/officeart/2005/8/layout/hierarchy2"/>
    <dgm:cxn modelId="{B67A268B-4DF8-453D-960B-74F176371476}" type="presParOf" srcId="{D0107543-5833-4130-98B2-86CD04A68B3A}" destId="{1E60C52A-88FD-4FEC-BCA8-7EFC214FB2E2}" srcOrd="0" destOrd="0" presId="urn:microsoft.com/office/officeart/2005/8/layout/hierarchy2"/>
    <dgm:cxn modelId="{4C5B120D-66C7-446A-BC87-CD98DF615885}" type="presParOf" srcId="{1E60C52A-88FD-4FEC-BCA8-7EFC214FB2E2}" destId="{87E638D0-887C-49AD-8D10-26BBFFF6BCC6}" srcOrd="0" destOrd="0" presId="urn:microsoft.com/office/officeart/2005/8/layout/hierarchy2"/>
    <dgm:cxn modelId="{9D67EA63-5AFA-46F1-887F-4FEEF19C35AE}" type="presParOf" srcId="{D0107543-5833-4130-98B2-86CD04A68B3A}" destId="{AF82D3BA-4245-4CDF-A495-06BD4C5DF2F2}" srcOrd="1" destOrd="0" presId="urn:microsoft.com/office/officeart/2005/8/layout/hierarchy2"/>
    <dgm:cxn modelId="{324F7FF3-7FFC-46E7-A570-38E531CC0B88}" type="presParOf" srcId="{AF82D3BA-4245-4CDF-A495-06BD4C5DF2F2}" destId="{4C2BD9F6-A7A2-4CCA-AD09-DABAA35BDB2A}" srcOrd="0" destOrd="0" presId="urn:microsoft.com/office/officeart/2005/8/layout/hierarchy2"/>
    <dgm:cxn modelId="{A38497D0-FAFA-4E8F-A7DB-608BBB1BA2AE}" type="presParOf" srcId="{AF82D3BA-4245-4CDF-A495-06BD4C5DF2F2}" destId="{7BFD05CA-C6D1-4825-9D35-4DF6FD20F57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C00DD-2593-434C-A21A-B01AF157797D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C8A90-02EC-4675-8500-A64F5F86E1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660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6C8A90-02EC-4675-8500-A64F5F86E10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982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E3D3FC9B-6202-49D3-A9E9-D5F37C9ABF75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F41717-81F1-4201-9833-497DD14CDA2E}" type="slidenum">
              <a:rPr lang="ru-RU" smtClean="0"/>
              <a:t>‹#›</a:t>
            </a:fld>
            <a:endParaRPr lang="ru-RU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FC9B-6202-49D3-A9E9-D5F37C9ABF75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1717-81F1-4201-9833-497DD14CDA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FC9B-6202-49D3-A9E9-D5F37C9ABF75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1717-81F1-4201-9833-497DD14CDA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FC9B-6202-49D3-A9E9-D5F37C9ABF75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1717-81F1-4201-9833-497DD14CDA2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FC9B-6202-49D3-A9E9-D5F37C9ABF75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1717-81F1-4201-9833-497DD14CDA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FC9B-6202-49D3-A9E9-D5F37C9ABF75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1717-81F1-4201-9833-497DD14CDA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FC9B-6202-49D3-A9E9-D5F37C9ABF75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1717-81F1-4201-9833-497DD14CDA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FC9B-6202-49D3-A9E9-D5F37C9ABF75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1717-81F1-4201-9833-497DD14CDA2E}" type="slidenum">
              <a:rPr lang="ru-RU" smtClean="0"/>
              <a:t>‹#›</a:t>
            </a:fld>
            <a:endParaRPr lang="ru-RU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FC9B-6202-49D3-A9E9-D5F37C9ABF75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1717-81F1-4201-9833-497DD14CDA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FC9B-6202-49D3-A9E9-D5F37C9ABF75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1717-81F1-4201-9833-497DD14CDA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FC9B-6202-49D3-A9E9-D5F37C9ABF75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1717-81F1-4201-9833-497DD14CDA2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E3D3FC9B-6202-49D3-A9E9-D5F37C9ABF75}" type="datetimeFigureOut">
              <a:rPr lang="ru-RU" smtClean="0"/>
              <a:t>06.04.2017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15F41717-81F1-4201-9833-497DD14CDA2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_________Microsoft_Visio_2003_20101.vsd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16016" y="2636912"/>
            <a:ext cx="3313355" cy="837620"/>
          </a:xfrm>
        </p:spPr>
        <p:txBody>
          <a:bodyPr>
            <a:normAutofit/>
          </a:bodyPr>
          <a:lstStyle/>
          <a:p>
            <a:r>
              <a:rPr lang="ru-RU" sz="4400" b="1" dirty="0" smtClean="0"/>
              <a:t>МОДУЛЬ 1</a:t>
            </a:r>
            <a:endParaRPr lang="ru-RU" sz="44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716016" y="3645024"/>
            <a:ext cx="3309803" cy="1260629"/>
          </a:xfrm>
        </p:spPr>
        <p:txBody>
          <a:bodyPr>
            <a:normAutofit/>
          </a:bodyPr>
          <a:lstStyle/>
          <a:p>
            <a:r>
              <a:rPr lang="ru-RU" sz="2000" b="1" dirty="0"/>
              <a:t>ГЛАГОЛ-СКАЗУЕМОЕ</a:t>
            </a:r>
          </a:p>
          <a:p>
            <a:r>
              <a:rPr lang="en-US" sz="2000" b="1" dirty="0"/>
              <a:t>THE PREDICATE</a:t>
            </a:r>
            <a:endParaRPr lang="ru-RU" sz="2000" b="1" dirty="0"/>
          </a:p>
        </p:txBody>
      </p:sp>
      <p:grpSp>
        <p:nvGrpSpPr>
          <p:cNvPr id="4" name="Группа 3"/>
          <p:cNvGrpSpPr/>
          <p:nvPr/>
        </p:nvGrpSpPr>
        <p:grpSpPr>
          <a:xfrm>
            <a:off x="5294203" y="46652"/>
            <a:ext cx="2206893" cy="2098620"/>
            <a:chOff x="0" y="-83938"/>
            <a:chExt cx="7012430" cy="7023661"/>
          </a:xfrm>
        </p:grpSpPr>
        <p:pic>
          <p:nvPicPr>
            <p:cNvPr id="5" name="Рисунок 4" descr="D:\Ириша\БГУИР\САЙТ\Эмблема\spain430-405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00747">
              <a:off x="4536884" y="2679404"/>
              <a:ext cx="988828" cy="988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Рисунок 5" descr="C:\Users\Admin\Desktop\ин.png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5460" y="3662635"/>
              <a:ext cx="3370521" cy="15098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Рисунок 6" descr="D:\Ириша\БГУИР\САЙТ\Эмблема\united_kingdom430-405.png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258820">
              <a:off x="1581032" y="2615609"/>
              <a:ext cx="988828" cy="1010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Рисунок 7" descr="D:\Ириша\БГУИР\САЙТ\Эмблема\france430-405.png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107193">
              <a:off x="3611851" y="2275367"/>
              <a:ext cx="988828" cy="988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Рисунок 8" descr="D:\Ириша\БГУИР\САЙТ\Эмблема\germany430-405.png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676434">
              <a:off x="2537963" y="2254102"/>
              <a:ext cx="978195" cy="9888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Прямоугольный треугольник 9"/>
            <p:cNvSpPr/>
            <p:nvPr/>
          </p:nvSpPr>
          <p:spPr>
            <a:xfrm rot="21376074" flipV="1">
              <a:off x="18046" y="3625702"/>
              <a:ext cx="1359535" cy="479425"/>
            </a:xfrm>
            <a:prstGeom prst="rt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11" name="Прямоугольный треугольник 10"/>
            <p:cNvSpPr/>
            <p:nvPr/>
          </p:nvSpPr>
          <p:spPr>
            <a:xfrm rot="15162787" flipH="1" flipV="1">
              <a:off x="693214" y="4322134"/>
              <a:ext cx="412115" cy="1423035"/>
            </a:xfrm>
            <a:prstGeom prst="rt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12" name="Прямоугольный треугольник 11"/>
            <p:cNvSpPr/>
            <p:nvPr/>
          </p:nvSpPr>
          <p:spPr>
            <a:xfrm rot="7436062">
              <a:off x="4653842" y="1297172"/>
              <a:ext cx="2076450" cy="439420"/>
            </a:xfrm>
            <a:prstGeom prst="rt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13" name="Прямоугольный треугольник 12"/>
            <p:cNvSpPr/>
            <p:nvPr/>
          </p:nvSpPr>
          <p:spPr>
            <a:xfrm rot="13306196">
              <a:off x="4494353" y="5401339"/>
              <a:ext cx="1628775" cy="494665"/>
            </a:xfrm>
            <a:prstGeom prst="rt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14" name="Прямоугольный треугольник 13"/>
            <p:cNvSpPr/>
            <p:nvPr/>
          </p:nvSpPr>
          <p:spPr>
            <a:xfrm rot="15710810" flipV="1">
              <a:off x="3585270" y="5810693"/>
              <a:ext cx="1739265" cy="518795"/>
            </a:xfrm>
            <a:prstGeom prst="rt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15" name="Прямоугольный треугольник 14"/>
            <p:cNvSpPr/>
            <p:nvPr/>
          </p:nvSpPr>
          <p:spPr>
            <a:xfrm rot="18445802">
              <a:off x="5956330" y="3864934"/>
              <a:ext cx="396875" cy="1485900"/>
            </a:xfrm>
            <a:prstGeom prst="rt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16" name="Прямоугольный треугольник 15"/>
            <p:cNvSpPr/>
            <p:nvPr/>
          </p:nvSpPr>
          <p:spPr>
            <a:xfrm rot="18039469">
              <a:off x="847386" y="5443870"/>
              <a:ext cx="1666240" cy="464185"/>
            </a:xfrm>
            <a:prstGeom prst="rt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17" name="Равнобедренный треугольник 16"/>
            <p:cNvSpPr/>
            <p:nvPr/>
          </p:nvSpPr>
          <p:spPr>
            <a:xfrm rot="15485224" flipH="1">
              <a:off x="6014809" y="1626781"/>
              <a:ext cx="479425" cy="1354455"/>
            </a:xfrm>
            <a:prstGeom prst="triangle">
              <a:avLst>
                <a:gd name="adj" fmla="val 810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18" name="Равнобедренный треугольник 17"/>
            <p:cNvSpPr/>
            <p:nvPr/>
          </p:nvSpPr>
          <p:spPr>
            <a:xfrm rot="16460704" flipH="1">
              <a:off x="6137083" y="2950535"/>
              <a:ext cx="466090" cy="1284605"/>
            </a:xfrm>
            <a:prstGeom prst="triangle">
              <a:avLst>
                <a:gd name="adj" fmla="val 32585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19" name="Равнобедренный треугольник 18"/>
            <p:cNvSpPr/>
            <p:nvPr/>
          </p:nvSpPr>
          <p:spPr>
            <a:xfrm rot="776387" flipH="1">
              <a:off x="2665553" y="5316279"/>
              <a:ext cx="424180" cy="1301750"/>
            </a:xfrm>
            <a:prstGeom prst="triangle">
              <a:avLst>
                <a:gd name="adj" fmla="val 32585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20" name="Равнобедренный треугольник 19"/>
            <p:cNvSpPr/>
            <p:nvPr/>
          </p:nvSpPr>
          <p:spPr>
            <a:xfrm rot="7006059">
              <a:off x="554990" y="1770321"/>
              <a:ext cx="438785" cy="1548765"/>
            </a:xfrm>
            <a:prstGeom prst="triangle">
              <a:avLst>
                <a:gd name="adj" fmla="val 18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21" name="Равнобедренный треугольник 20"/>
            <p:cNvSpPr/>
            <p:nvPr/>
          </p:nvSpPr>
          <p:spPr>
            <a:xfrm rot="8958813" flipH="1">
              <a:off x="1208893" y="499730"/>
              <a:ext cx="481965" cy="1996440"/>
            </a:xfrm>
            <a:prstGeom prst="triangle">
              <a:avLst>
                <a:gd name="adj" fmla="val 92008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pic>
          <p:nvPicPr>
            <p:cNvPr id="22" name="Рисунок 21" descr="D:\Ириша\БГУИР\САЙТ\Эмблема\0.png"/>
            <p:cNvPicPr>
              <a:picLocks noChangeAspect="1"/>
            </p:cNvPicPr>
            <p:nvPr/>
          </p:nvPicPr>
          <p:blipFill rotWithShape="1">
            <a:blip r:embed="rId8" cstate="print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338"/>
            <a:stretch/>
          </p:blipFill>
          <p:spPr bwMode="auto">
            <a:xfrm>
              <a:off x="2166522" y="-83938"/>
              <a:ext cx="2860158" cy="2083981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23" name="TextBox 22"/>
          <p:cNvSpPr txBox="1"/>
          <p:nvPr/>
        </p:nvSpPr>
        <p:spPr>
          <a:xfrm>
            <a:off x="971600" y="299999"/>
            <a:ext cx="34002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400" b="1" dirty="0" smtClean="0">
                <a:solidFill>
                  <a:schemeClr val="tx2"/>
                </a:solidFill>
              </a:rPr>
              <a:t>БЕЛОРУССКИЙ ГОСУДАРСТВЕННЫЙ </a:t>
            </a:r>
          </a:p>
          <a:p>
            <a:pPr algn="r"/>
            <a:r>
              <a:rPr lang="ru-RU" sz="1400" b="1" dirty="0" smtClean="0">
                <a:solidFill>
                  <a:schemeClr val="tx2"/>
                </a:solidFill>
              </a:rPr>
              <a:t>УНИВЕРСИТЕТ ИНФОРМАТИКИ </a:t>
            </a:r>
          </a:p>
          <a:p>
            <a:pPr algn="r"/>
            <a:r>
              <a:rPr lang="ru-RU" sz="1400" b="1" dirty="0" smtClean="0">
                <a:solidFill>
                  <a:schemeClr val="tx2"/>
                </a:solidFill>
              </a:rPr>
              <a:t>И РАДИОЭЛЕКТРОНИКИ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09546" y="4944437"/>
            <a:ext cx="1162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smtClean="0">
                <a:solidFill>
                  <a:schemeClr val="accent1"/>
                </a:solidFill>
              </a:rPr>
              <a:t>Часть 1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4678925" y="5357123"/>
            <a:ext cx="34934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Исходные структурные элементы сказуемого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8" y="1141292"/>
            <a:ext cx="43924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 smtClean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smtClean="0">
                <a:solidFill>
                  <a:schemeClr val="tx2">
                    <a:lumMod val="75000"/>
                  </a:schemeClr>
                </a:solidFill>
              </a:rPr>
              <a:t>Сказуемое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Исходные структурные элементы </a:t>
            </a:r>
            <a:r>
              <a:rPr lang="ru-RU" dirty="0" smtClean="0">
                <a:solidFill>
                  <a:schemeClr val="tx2">
                    <a:lumMod val="75000"/>
                  </a:schemeClr>
                </a:solidFill>
              </a:rPr>
              <a:t>сказуемого: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Инфинитив </a:t>
            </a:r>
            <a:endParaRPr lang="ru-RU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ru-RU" dirty="0" smtClean="0">
                <a:solidFill>
                  <a:schemeClr val="tx2">
                    <a:lumMod val="75000"/>
                  </a:schemeClr>
                </a:solidFill>
              </a:rPr>
              <a:t>Причастие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ru-RU" dirty="0" smtClean="0">
                <a:solidFill>
                  <a:schemeClr val="tx2">
                    <a:lumMod val="75000"/>
                  </a:schemeClr>
                </a:solidFill>
              </a:rPr>
              <a:t>Герундий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Признаки сказуемого в форме настоящего (</a:t>
            </a:r>
            <a:r>
              <a:rPr lang="de-DE" dirty="0" err="1">
                <a:solidFill>
                  <a:schemeClr val="tx2">
                    <a:lumMod val="75000"/>
                  </a:schemeClr>
                </a:solidFill>
              </a:rPr>
              <a:t>Present</a:t>
            </a:r>
            <a:r>
              <a:rPr lang="de-DE" dirty="0">
                <a:solidFill>
                  <a:schemeClr val="tx2">
                    <a:lumMod val="75000"/>
                  </a:schemeClr>
                </a:solidFill>
              </a:rPr>
              <a:t> Simple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) </a:t>
            </a:r>
            <a:br>
              <a:rPr lang="ru-RU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и прошедшего </a:t>
            </a:r>
            <a:r>
              <a:rPr lang="be-BY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de-DE" dirty="0" err="1">
                <a:solidFill>
                  <a:schemeClr val="tx2">
                    <a:lumMod val="75000"/>
                  </a:schemeClr>
                </a:solidFill>
              </a:rPr>
              <a:t>Past</a:t>
            </a:r>
            <a:r>
              <a:rPr lang="de-DE" dirty="0">
                <a:solidFill>
                  <a:schemeClr val="tx2">
                    <a:lumMod val="75000"/>
                  </a:schemeClr>
                </a:solidFill>
              </a:rPr>
              <a:t> Simple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) времени действительного залога</a:t>
            </a:r>
            <a:endParaRPr lang="ru-RU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Сказуемое с глаголом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to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de-DE" b="1" dirty="0" err="1" smtClean="0">
                <a:solidFill>
                  <a:schemeClr val="tx2">
                    <a:lumMod val="75000"/>
                  </a:schemeClr>
                </a:solidFill>
              </a:rPr>
              <a:t>have</a:t>
            </a:r>
            <a:endParaRPr lang="ru-RU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Сказуемое с глаголом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to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de-DE" b="1" dirty="0" err="1" smtClean="0">
                <a:solidFill>
                  <a:schemeClr val="tx2">
                    <a:lumMod val="75000"/>
                  </a:schemeClr>
                </a:solidFill>
              </a:rPr>
              <a:t>be</a:t>
            </a:r>
            <a:endParaRPr lang="ru-RU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Функции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глагола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to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do</a:t>
            </a:r>
            <a:endParaRPr lang="ru-RU" b="1" dirty="0" smtClean="0">
              <a:solidFill>
                <a:schemeClr val="tx2">
                  <a:lumMod val="7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913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0797" y="692696"/>
            <a:ext cx="7131562" cy="648072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Сказуемое</a:t>
            </a:r>
            <a:endParaRPr lang="ru-RU" sz="3600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7342858"/>
              </p:ext>
            </p:extLst>
          </p:nvPr>
        </p:nvGraphicFramePr>
        <p:xfrm>
          <a:off x="683568" y="1412776"/>
          <a:ext cx="7632847" cy="4598753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472037"/>
                <a:gridCol w="2580405"/>
                <a:gridCol w="2580405"/>
              </a:tblGrid>
              <a:tr h="7255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простое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(the Simple Predicate)</a:t>
                      </a:r>
                      <a:endParaRPr lang="ru-RU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1611" marR="51611" marT="0" marB="0" anchor="ctr"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составное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(the Compound Predicate)</a:t>
                      </a:r>
                      <a:endParaRPr lang="ru-RU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1611" marR="51611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54311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300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b="0" dirty="0" smtClean="0">
                          <a:effectLst/>
                        </a:rPr>
                        <a:t>глагол в личной форме в любом времени, залоге и наклонении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b="0" dirty="0" smtClean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b="0" i="1" dirty="0" smtClean="0">
                          <a:effectLst/>
                        </a:rPr>
                        <a:t>I </a:t>
                      </a:r>
                      <a:r>
                        <a:rPr lang="ru-RU" sz="1300" b="0" i="1" u="sng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make</a:t>
                      </a:r>
                      <a:r>
                        <a:rPr lang="ru-RU" sz="1300" b="0" i="1" dirty="0" smtClean="0">
                          <a:effectLst/>
                        </a:rPr>
                        <a:t> experiments regularly</a:t>
                      </a:r>
                      <a:r>
                        <a:rPr lang="en-US" sz="1300" b="0" i="1" dirty="0" smtClean="0">
                          <a:effectLst/>
                        </a:rPr>
                        <a:t>.</a:t>
                      </a:r>
                      <a:endParaRPr lang="ru-RU" sz="1300" b="0" i="1" dirty="0" smtClean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300" b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1611" marR="51611" marT="0" marB="0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именное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(the </a:t>
                      </a:r>
                      <a:r>
                        <a:rPr lang="ru-RU" sz="1300" dirty="0">
                          <a:effectLst/>
                        </a:rPr>
                        <a:t>С</a:t>
                      </a:r>
                      <a:r>
                        <a:rPr lang="en-US" sz="1300" dirty="0">
                          <a:effectLst/>
                        </a:rPr>
                        <a:t>ompound Nominal Predicate)</a:t>
                      </a:r>
                      <a:endParaRPr lang="ru-RU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1611" marR="51611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5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глагольное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(the Compound Verbal Predicate)</a:t>
                      </a:r>
                      <a:endParaRPr lang="ru-RU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1611" marR="51611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5FE"/>
                    </a:solidFill>
                  </a:tcPr>
                </a:tc>
              </a:tr>
              <a:tr h="265468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300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 smtClean="0">
                          <a:effectLst/>
                        </a:rPr>
                        <a:t>глагол-связка </a:t>
                      </a:r>
                      <a:r>
                        <a:rPr lang="en-US" sz="1300" dirty="0">
                          <a:effectLst/>
                        </a:rPr>
                        <a:t>to be </a:t>
                      </a:r>
                      <a:r>
                        <a:rPr lang="ru-RU" sz="1300" b="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быть, находиться</a:t>
                      </a:r>
                      <a:r>
                        <a:rPr lang="ru-RU" sz="1300" dirty="0">
                          <a:effectLst/>
                        </a:rPr>
                        <a:t> в личной форме, в сочетании с именной частью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i="1" dirty="0">
                          <a:effectLst/>
                        </a:rPr>
                        <a:t>The electron </a:t>
                      </a:r>
                      <a:r>
                        <a:rPr lang="en-US" sz="1300" i="1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is a particle.</a:t>
                      </a:r>
                      <a:endParaRPr lang="ru-RU" sz="1300" i="1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1611" marR="51611" marT="0" marB="0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300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 smtClean="0">
                          <a:effectLst/>
                        </a:rPr>
                        <a:t>а</a:t>
                      </a:r>
                      <a:r>
                        <a:rPr lang="ru-RU" sz="1300" dirty="0">
                          <a:effectLst/>
                        </a:rPr>
                        <a:t>) модальный глагол в сочетании</a:t>
                      </a:r>
                      <a:r>
                        <a:rPr lang="en-US" sz="1300" dirty="0">
                          <a:effectLst/>
                        </a:rPr>
                        <a:t> </a:t>
                      </a:r>
                      <a:r>
                        <a:rPr lang="ru-RU" sz="1300" dirty="0">
                          <a:effectLst/>
                        </a:rPr>
                        <a:t>с</a:t>
                      </a:r>
                      <a:r>
                        <a:rPr lang="en-US" sz="1300" dirty="0">
                          <a:effectLst/>
                        </a:rPr>
                        <a:t> </a:t>
                      </a:r>
                      <a:r>
                        <a:rPr lang="ru-RU" sz="1300" dirty="0">
                          <a:effectLst/>
                        </a:rPr>
                        <a:t>инфинитивом,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ru-RU" sz="13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i="1" dirty="0">
                          <a:effectLst/>
                        </a:rPr>
                        <a:t>The engineers </a:t>
                      </a:r>
                      <a:r>
                        <a:rPr lang="en-US" sz="1300" i="1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must examine</a:t>
                      </a:r>
                      <a:r>
                        <a:rPr lang="en-US" sz="1300" i="1" dirty="0">
                          <a:effectLst/>
                        </a:rPr>
                        <a:t> this device.</a:t>
                      </a:r>
                      <a:endParaRPr lang="ru-RU" sz="1300" i="1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ru-RU" sz="13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b</a:t>
                      </a:r>
                      <a:r>
                        <a:rPr lang="ru-RU" sz="1300" dirty="0">
                          <a:effectLst/>
                        </a:rPr>
                        <a:t>) глагол в личной форме в сочетании с инфинитивом или герундием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ru-RU" sz="13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300" i="1" dirty="0">
                          <a:effectLst/>
                        </a:rPr>
                        <a:t>The temperature </a:t>
                      </a:r>
                      <a:r>
                        <a:rPr lang="en-US" sz="1300" i="1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begins to rise</a:t>
                      </a:r>
                      <a:r>
                        <a:rPr lang="en-US" sz="1300" i="1" dirty="0">
                          <a:effectLst/>
                        </a:rPr>
                        <a:t> sharply</a:t>
                      </a:r>
                      <a:r>
                        <a:rPr lang="en-US" sz="1300" i="1" dirty="0" smtClean="0">
                          <a:effectLst/>
                        </a:rPr>
                        <a:t>.</a:t>
                      </a:r>
                      <a:endParaRPr lang="ru-RU" sz="1300" i="1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1611" marR="51611" marT="0" marB="0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10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692696"/>
            <a:ext cx="7024744" cy="1070992"/>
          </a:xfrm>
        </p:spPr>
        <p:txBody>
          <a:bodyPr>
            <a:normAutofit/>
          </a:bodyPr>
          <a:lstStyle/>
          <a:p>
            <a:pPr>
              <a:lnSpc>
                <a:spcPts val="3500"/>
              </a:lnSpc>
            </a:pPr>
            <a:r>
              <a:rPr lang="ru-RU" sz="3600" dirty="0"/>
              <a:t>Исходные структурные элементы сказуемого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5042" y="2204864"/>
            <a:ext cx="6777317" cy="3508977"/>
          </a:xfrm>
        </p:spPr>
        <p:txBody>
          <a:bodyPr/>
          <a:lstStyle/>
          <a:p>
            <a:endParaRPr lang="en-US" dirty="0"/>
          </a:p>
          <a:p>
            <a:pPr marL="68580" indent="0">
              <a:buNone/>
            </a:pPr>
            <a:endParaRPr lang="ru-RU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611168"/>
              </p:ext>
            </p:extLst>
          </p:nvPr>
        </p:nvGraphicFramePr>
        <p:xfrm>
          <a:off x="921138" y="2636912"/>
          <a:ext cx="7251262" cy="1512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4" r:id="rId4" imgW="5372033" imgH="1114504" progId="Visio.Drawing.11">
                  <p:embed/>
                </p:oleObj>
              </mc:Choice>
              <mc:Fallback>
                <p:oleObj r:id="rId4" imgW="5372033" imgH="111450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138" y="2636912"/>
                        <a:ext cx="7251262" cy="15121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971600" y="4202803"/>
            <a:ext cx="7200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itchFamily="34" charset="0"/>
                <a:cs typeface="Times New Roman" pitchFamily="18" charset="0"/>
              </a:rPr>
              <a:t>1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itchFamily="34" charset="0"/>
                <a:cs typeface="Times New Roman" pitchFamily="18" charset="0"/>
              </a:rPr>
              <a:t>Символ «</a:t>
            </a:r>
            <a:r>
              <a:rPr kumimoji="0" lang="en-US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itchFamily="34" charset="0"/>
                <a:cs typeface="Times New Roman" pitchFamily="18" charset="0"/>
              </a:rPr>
              <a:t>x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itchFamily="34" charset="0"/>
                <a:cs typeface="Times New Roman" pitchFamily="18" charset="0"/>
              </a:rPr>
              <a:t>» обозначает любое незнакомое английское слово.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itchFamily="34" charset="0"/>
                <a:cs typeface="Times New Roman" pitchFamily="18" charset="0"/>
              </a:rPr>
              <a:t>2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itchFamily="34" charset="0"/>
                <a:cs typeface="Times New Roman" pitchFamily="18" charset="0"/>
              </a:rPr>
              <a:t>3-я форма</a:t>
            </a:r>
            <a:r>
              <a:rPr kumimoji="0" lang="ru-RU" altLang="ru-RU" sz="12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itchFamily="34" charset="0"/>
                <a:cs typeface="Times New Roman" pitchFamily="18" charset="0"/>
              </a:rPr>
              <a:t>неправильного глагола. 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  <a:cs typeface="Arial" pitchFamily="34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295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692696"/>
            <a:ext cx="7024744" cy="1143000"/>
          </a:xfrm>
        </p:spPr>
        <p:txBody>
          <a:bodyPr>
            <a:normAutofit fontScale="90000"/>
          </a:bodyPr>
          <a:lstStyle/>
          <a:p>
            <a:pPr>
              <a:lnSpc>
                <a:spcPts val="3500"/>
              </a:lnSpc>
            </a:pPr>
            <a:r>
              <a:rPr lang="ru-RU" dirty="0"/>
              <a:t>Инфинитив как структурный элемент сказуемого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83568" y="1988840"/>
            <a:ext cx="6777317" cy="3769644"/>
          </a:xfrm>
        </p:spPr>
        <p:txBody>
          <a:bodyPr/>
          <a:lstStyle/>
          <a:p>
            <a:r>
              <a:rPr lang="ru-RU" dirty="0" smtClean="0"/>
              <a:t>Формы инфинитива</a:t>
            </a:r>
          </a:p>
          <a:p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578893"/>
              </p:ext>
            </p:extLst>
          </p:nvPr>
        </p:nvGraphicFramePr>
        <p:xfrm>
          <a:off x="1043608" y="2708920"/>
          <a:ext cx="7128792" cy="31306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4267"/>
                <a:gridCol w="2860189"/>
                <a:gridCol w="3024336"/>
              </a:tblGrid>
              <a:tr h="1504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Tenses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Действительный залог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Active Voice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Страдательный залог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Passive Voice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</a:rPr>
                        <a:t>Indefinite (Simple)</a:t>
                      </a:r>
                      <a:endParaRPr lang="ru-RU" sz="1200" b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 ask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endParaRPr lang="ru-RU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спросить, спрашивать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 be asked</a:t>
                      </a:r>
                      <a:endParaRPr lang="ru-RU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быть спрошенным, </a:t>
                      </a:r>
                      <a:endParaRPr lang="ru-RU" sz="1400" i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быть </a:t>
                      </a: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спрашиваемым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5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Continuous</a:t>
                      </a:r>
                      <a:endParaRPr lang="ru-RU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 be asking</a:t>
                      </a:r>
                      <a:endParaRPr lang="ru-RU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30730" algn="l"/>
                        </a:tabLst>
                      </a:pP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спрашивать</a:t>
                      </a:r>
                      <a:r>
                        <a:rPr lang="ru-RU" sz="1400" dirty="0">
                          <a:effectLst/>
                        </a:rPr>
                        <a:t> 	</a:t>
                      </a:r>
                      <a:endParaRPr lang="ru-RU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--------</a:t>
                      </a:r>
                      <a:endParaRPr lang="ru-RU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Perfect</a:t>
                      </a:r>
                      <a:endParaRPr lang="ru-RU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 have asked</a:t>
                      </a:r>
                      <a:endParaRPr lang="ru-RU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спросить, спрашивать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 have been asked</a:t>
                      </a:r>
                      <a:endParaRPr lang="ru-RU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быть спрошенным</a:t>
                      </a:r>
                      <a:r>
                        <a:rPr lang="en-US" sz="1400" dirty="0">
                          <a:effectLst/>
                        </a:rPr>
                        <a:t> </a:t>
                      </a:r>
                      <a:endParaRPr lang="ru-RU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Perfect Continuous</a:t>
                      </a:r>
                      <a:endParaRPr lang="ru-RU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to have been asking </a:t>
                      </a: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спрашивать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--------</a:t>
                      </a:r>
                      <a:endParaRPr lang="ru-RU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C8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693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548680"/>
            <a:ext cx="7312776" cy="1143000"/>
          </a:xfrm>
        </p:spPr>
        <p:txBody>
          <a:bodyPr>
            <a:normAutofit fontScale="90000"/>
          </a:bodyPr>
          <a:lstStyle/>
          <a:p>
            <a:pPr>
              <a:lnSpc>
                <a:spcPts val="3500"/>
              </a:lnSpc>
            </a:pPr>
            <a:r>
              <a:rPr lang="ru-RU" dirty="0"/>
              <a:t>Инфинитив как структурный элемент сказуемого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4849232"/>
              </p:ext>
            </p:extLst>
          </p:nvPr>
        </p:nvGraphicFramePr>
        <p:xfrm>
          <a:off x="683568" y="1772816"/>
          <a:ext cx="7776863" cy="462686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97333"/>
                <a:gridCol w="2844365"/>
                <a:gridCol w="1730910"/>
                <a:gridCol w="2304255"/>
              </a:tblGrid>
              <a:tr h="1327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Признак</a:t>
                      </a:r>
                      <a:endParaRPr lang="ru-RU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 anchor="ctr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0" marR="10858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Употребление</a:t>
                      </a:r>
                      <a:endParaRPr lang="ru-RU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 anchor="ctr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marR="901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Примеры</a:t>
                      </a:r>
                      <a:endParaRPr lang="ru-RU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 anchor="ctr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5" marR="7239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Перевод</a:t>
                      </a:r>
                      <a:endParaRPr lang="ru-RU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 anchor="ctr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059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(to) x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 anchor="ctr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5FE"/>
                    </a:solidFill>
                  </a:tcPr>
                </a:tc>
                <a:tc>
                  <a:txBody>
                    <a:bodyPr/>
                    <a:lstStyle/>
                    <a:p>
                      <a:pPr marL="31750" marR="10858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1.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Для образования </a:t>
                      </a:r>
                    </a:p>
                    <a:p>
                      <a:pPr marL="31750" marR="10858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Future Indefinite (Simple).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0FD"/>
                    </a:solidFill>
                  </a:tcPr>
                </a:tc>
                <a:tc>
                  <a:txBody>
                    <a:bodyPr/>
                    <a:lstStyle/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shall, will x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will do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0FD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буду делать/</a:t>
                      </a:r>
                    </a:p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будет делать</a:t>
                      </a:r>
                      <a:endParaRPr lang="ru-RU" sz="12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0FD"/>
                    </a:solidFill>
                  </a:tcPr>
                </a:tc>
              </a:tr>
              <a:tr h="29537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10858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2. a)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с модальными глаголами </a:t>
                      </a:r>
                      <a:r>
                        <a:rPr lang="en-US" sz="1200" i="1" dirty="0">
                          <a:solidFill>
                            <a:schemeClr val="tx1"/>
                          </a:solidFill>
                          <a:effectLst/>
                        </a:rPr>
                        <a:t>can (could), may (might), must, should, would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; </a:t>
                      </a:r>
                      <a:endParaRPr lang="en-US" sz="12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1750" marR="10858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5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1750" marR="10858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)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эквивалентом модального глагола </a:t>
                      </a:r>
                      <a:r>
                        <a:rPr lang="en-US" sz="1200" i="1" dirty="0">
                          <a:solidFill>
                            <a:schemeClr val="tx1"/>
                          </a:solidFill>
                          <a:effectLst/>
                        </a:rPr>
                        <a:t>must</a:t>
                      </a:r>
                      <a:r>
                        <a:rPr lang="ru-RU" sz="1200" i="1" dirty="0">
                          <a:solidFill>
                            <a:schemeClr val="tx1"/>
                          </a:solidFill>
                          <a:effectLst/>
                        </a:rPr>
                        <a:t> – </a:t>
                      </a:r>
                      <a:r>
                        <a:rPr lang="en-US" sz="1200" i="1" dirty="0">
                          <a:solidFill>
                            <a:schemeClr val="tx1"/>
                          </a:solidFill>
                          <a:effectLst/>
                        </a:rPr>
                        <a:t>to be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(согласно расписанию, договоренности);</a:t>
                      </a:r>
                    </a:p>
                    <a:p>
                      <a:pPr marL="31750" marR="10858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1750" marR="10858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)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эквивалентом модального глагола </a:t>
                      </a:r>
                      <a:r>
                        <a:rPr lang="en-US" sz="1200" i="1" dirty="0">
                          <a:solidFill>
                            <a:schemeClr val="tx1"/>
                          </a:solidFill>
                          <a:effectLst/>
                        </a:rPr>
                        <a:t>must</a:t>
                      </a:r>
                      <a:r>
                        <a:rPr lang="ru-RU" sz="1200" i="1" dirty="0">
                          <a:solidFill>
                            <a:schemeClr val="tx1"/>
                          </a:solidFill>
                          <a:effectLst/>
                        </a:rPr>
                        <a:t> – </a:t>
                      </a:r>
                      <a:r>
                        <a:rPr lang="en-US" sz="1200" i="1" dirty="0">
                          <a:solidFill>
                            <a:schemeClr val="tx1"/>
                          </a:solidFill>
                          <a:effectLst/>
                        </a:rPr>
                        <a:t>to have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(приходится </a:t>
                      </a:r>
                      <a:r>
                        <a:rPr lang="ru-RU" sz="1200" spc="-15" dirty="0">
                          <a:solidFill>
                            <a:schemeClr val="tx1"/>
                          </a:solidFill>
                          <a:effectLst/>
                        </a:rPr>
                        <a:t>по обстоя</a:t>
                      </a:r>
                      <a:r>
                        <a:rPr lang="ru-RU" sz="1200" spc="-5" dirty="0">
                          <a:solidFill>
                            <a:schemeClr val="tx1"/>
                          </a:solidFill>
                          <a:effectLst/>
                        </a:rPr>
                        <a:t>тельствам</a:t>
                      </a:r>
                      <a:r>
                        <a:rPr lang="ru-RU" sz="1200" dirty="0" smtClean="0">
                          <a:solidFill>
                            <a:schemeClr val="tx1"/>
                          </a:solidFill>
                          <a:effectLst/>
                        </a:rPr>
                        <a:t>).</a:t>
                      </a:r>
                      <a:endParaRPr lang="en-US" sz="12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1750" marR="10858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5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1750" marR="108585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800600" algn="l"/>
                        </a:tabLs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) с глаголами, характеризующими протекание действия: </a:t>
                      </a:r>
                      <a:r>
                        <a:rPr lang="en-US" sz="1200" i="1" dirty="0">
                          <a:solidFill>
                            <a:schemeClr val="tx1"/>
                          </a:solidFill>
                          <a:effectLst/>
                        </a:rPr>
                        <a:t>begin</a:t>
                      </a:r>
                      <a:r>
                        <a:rPr lang="ru-RU" sz="1200" i="1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200" i="1" dirty="0">
                          <a:solidFill>
                            <a:schemeClr val="tx1"/>
                          </a:solidFill>
                          <a:effectLst/>
                        </a:rPr>
                        <a:t>continue</a:t>
                      </a:r>
                      <a:r>
                        <a:rPr lang="ru-RU" sz="1200" i="1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200" i="1" dirty="0">
                          <a:solidFill>
                            <a:schemeClr val="tx1"/>
                          </a:solidFill>
                          <a:effectLst/>
                        </a:rPr>
                        <a:t>cease</a:t>
                      </a:r>
                      <a:r>
                        <a:rPr lang="ru-RU" sz="1200" i="1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200" i="1" dirty="0">
                          <a:solidFill>
                            <a:schemeClr val="tx1"/>
                          </a:solidFill>
                          <a:effectLst/>
                        </a:rPr>
                        <a:t>start</a:t>
                      </a:r>
                      <a:r>
                        <a:rPr lang="ru-RU" sz="1200" i="1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200" i="1" dirty="0" err="1">
                          <a:solidFill>
                            <a:schemeClr val="tx1"/>
                          </a:solidFill>
                          <a:effectLst/>
                        </a:rPr>
                        <a:t>etc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. 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can x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can do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5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  <a:effectLst/>
                        </a:rPr>
                        <a:t>be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to x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am/is/are/was/were to do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  <a:effectLst/>
                        </a:rPr>
                        <a:t>have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to x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has/have/had to do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5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  <a:effectLst/>
                        </a:rPr>
                        <a:t>begin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to x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begins to do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может </a:t>
                      </a:r>
                      <a:r>
                        <a:rPr lang="ru-RU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делать</a:t>
                      </a:r>
                    </a:p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</a:p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</a:p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5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должен/должны</a:t>
                      </a:r>
                      <a:r>
                        <a:rPr lang="ru-RU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/</a:t>
                      </a:r>
                    </a:p>
                    <a:p>
                      <a:pPr marL="53975" marR="723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должен был/должны были делать</a:t>
                      </a:r>
                    </a:p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en-US" sz="5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должен/должны</a:t>
                      </a:r>
                      <a:r>
                        <a:rPr lang="ru-RU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/</a:t>
                      </a:r>
                    </a:p>
                    <a:p>
                      <a:pPr marL="53975" marR="723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должны были делать</a:t>
                      </a:r>
                    </a:p>
                    <a:p>
                      <a:pPr marL="53975" marR="723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en-US" sz="12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marL="53975" marR="723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5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marL="53975" marR="723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начинает </a:t>
                      </a:r>
                      <a:r>
                        <a:rPr lang="ru-RU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делать</a:t>
                      </a:r>
                    </a:p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</a:p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ru-RU" sz="12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829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10858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3. П</a:t>
                      </a:r>
                      <a:r>
                        <a:rPr lang="be-BY" sz="1200" b="0" dirty="0">
                          <a:solidFill>
                            <a:schemeClr val="tx1"/>
                          </a:solidFill>
                          <a:effectLst/>
                        </a:rPr>
                        <a:t>осле глагола связки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to be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0FD"/>
                    </a:solidFill>
                  </a:tcPr>
                </a:tc>
                <a:tc>
                  <a:txBody>
                    <a:bodyPr/>
                    <a:lstStyle/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be to x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6195" marR="9017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is/was/were to do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0FD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marL="53975" marR="723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заключается/заключалось </a:t>
                      </a:r>
                      <a:r>
                        <a:rPr lang="ru-RU" sz="12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в том, чтобы сделать</a:t>
                      </a:r>
                      <a:endParaRPr lang="ru-RU" sz="12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7945" marR="7945" marT="0" marB="0">
                    <a:lnL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0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87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988840"/>
            <a:ext cx="6777317" cy="3508977"/>
          </a:xfrm>
        </p:spPr>
        <p:txBody>
          <a:bodyPr/>
          <a:lstStyle/>
          <a:p>
            <a:r>
              <a:rPr lang="ru-RU" dirty="0" smtClean="0"/>
              <a:t>Формы причастия</a:t>
            </a:r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683568" y="692696"/>
            <a:ext cx="7024744" cy="1071900"/>
          </a:xfrm>
        </p:spPr>
        <p:txBody>
          <a:bodyPr>
            <a:normAutofit fontScale="90000"/>
          </a:bodyPr>
          <a:lstStyle/>
          <a:p>
            <a:pPr>
              <a:lnSpc>
                <a:spcPts val="3500"/>
              </a:lnSpc>
            </a:pPr>
            <a:r>
              <a:rPr lang="ru-RU" dirty="0"/>
              <a:t>Причастие </a:t>
            </a:r>
            <a:r>
              <a:rPr lang="ru-RU" dirty="0" smtClean="0"/>
              <a:t>как </a:t>
            </a:r>
            <a:r>
              <a:rPr lang="ru-RU" dirty="0"/>
              <a:t>структурный элемент </a:t>
            </a:r>
            <a:r>
              <a:rPr lang="ru-RU" dirty="0" smtClean="0"/>
              <a:t>сказуемого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574594"/>
              </p:ext>
            </p:extLst>
          </p:nvPr>
        </p:nvGraphicFramePr>
        <p:xfrm>
          <a:off x="1043608" y="2780928"/>
          <a:ext cx="7056785" cy="2852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8001"/>
                <a:gridCol w="2569392"/>
                <a:gridCol w="2569392"/>
              </a:tblGrid>
              <a:tr h="7131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Tenses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solidFill>
                            <a:schemeClr val="bg1"/>
                          </a:solidFill>
                          <a:effectLst/>
                        </a:rPr>
                        <a:t>Действительный залог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</a:rPr>
                        <a:t>Active Voice</a:t>
                      </a:r>
                      <a:endParaRPr lang="ru-RU" sz="1600" b="1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 err="1">
                          <a:solidFill>
                            <a:schemeClr val="bg1"/>
                          </a:solidFill>
                          <a:effectLst/>
                        </a:rPr>
                        <a:t>Страдат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</a:rPr>
                        <a:t>ельный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</a:rPr>
                        <a:t>залог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Passive Voice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131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Present Participle</a:t>
                      </a:r>
                      <a:endParaRPr lang="ru-RU" sz="12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(Participle I)</a:t>
                      </a:r>
                      <a:endParaRPr lang="ru-RU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en-US" sz="1400" dirty="0" smtClean="0">
                          <a:effectLst/>
                        </a:rPr>
                        <a:t>asking</a:t>
                      </a:r>
                      <a:endParaRPr lang="ru-RU" sz="12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спрашивающий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en-US" sz="1400" dirty="0" smtClean="0">
                          <a:effectLst/>
                        </a:rPr>
                        <a:t>being </a:t>
                      </a:r>
                      <a:r>
                        <a:rPr lang="en-US" sz="1400" dirty="0">
                          <a:effectLst/>
                        </a:rPr>
                        <a:t>asked</a:t>
                      </a:r>
                      <a:endParaRPr lang="ru-RU" sz="12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ru-RU" sz="140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будучи </a:t>
                      </a: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спрошенным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1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Perfect Participle</a:t>
                      </a:r>
                      <a:endParaRPr lang="ru-RU" sz="12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en-US" sz="1400" dirty="0" smtClean="0">
                          <a:effectLst/>
                        </a:rPr>
                        <a:t>having </a:t>
                      </a:r>
                      <a:r>
                        <a:rPr lang="en-US" sz="1400" dirty="0">
                          <a:effectLst/>
                        </a:rPr>
                        <a:t>asked</a:t>
                      </a:r>
                      <a:endParaRPr lang="ru-RU" sz="12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ru-RU" sz="140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спросив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en-US" sz="1400" dirty="0" smtClean="0">
                          <a:effectLst/>
                        </a:rPr>
                        <a:t>having </a:t>
                      </a:r>
                      <a:r>
                        <a:rPr lang="en-US" sz="1400" dirty="0">
                          <a:effectLst/>
                        </a:rPr>
                        <a:t>been asked</a:t>
                      </a:r>
                      <a:endParaRPr lang="ru-RU" sz="12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ru-RU" sz="140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будучи </a:t>
                      </a: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спрошенным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1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Past Participle</a:t>
                      </a:r>
                      <a:endParaRPr lang="ru-RU" sz="12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(Participle II)</a:t>
                      </a:r>
                      <a:endParaRPr lang="ru-RU" sz="12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-----</a:t>
                      </a:r>
                      <a:endParaRPr lang="ru-RU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en-US" sz="1400" dirty="0" smtClean="0">
                          <a:effectLst/>
                        </a:rPr>
                        <a:t>asked</a:t>
                      </a:r>
                      <a:endParaRPr lang="ru-RU" sz="12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ru-RU" sz="140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спрошенный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01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692696"/>
            <a:ext cx="7024744" cy="1105192"/>
          </a:xfrm>
        </p:spPr>
        <p:txBody>
          <a:bodyPr>
            <a:normAutofit fontScale="90000"/>
          </a:bodyPr>
          <a:lstStyle/>
          <a:p>
            <a:pPr>
              <a:lnSpc>
                <a:spcPts val="3500"/>
              </a:lnSpc>
            </a:pPr>
            <a:r>
              <a:rPr lang="ru-RU" dirty="0"/>
              <a:t>Причастие </a:t>
            </a:r>
            <a:r>
              <a:rPr lang="ru-RU" dirty="0" smtClean="0"/>
              <a:t>как </a:t>
            </a:r>
            <a:r>
              <a:rPr lang="ru-RU" dirty="0"/>
              <a:t>структурный элемент </a:t>
            </a:r>
            <a:r>
              <a:rPr lang="ru-RU" dirty="0" smtClean="0"/>
              <a:t>сказуемого</a:t>
            </a:r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3314741"/>
              </p:ext>
            </p:extLst>
          </p:nvPr>
        </p:nvGraphicFramePr>
        <p:xfrm>
          <a:off x="827584" y="1916832"/>
          <a:ext cx="7488832" cy="42515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8152"/>
                <a:gridCol w="1495318"/>
                <a:gridCol w="1096970"/>
                <a:gridCol w="1296144"/>
                <a:gridCol w="1152128"/>
                <a:gridCol w="1080120"/>
              </a:tblGrid>
              <a:tr h="237450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Participle I</a:t>
                      </a:r>
                      <a:endParaRPr lang="ru-RU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Participle II</a:t>
                      </a:r>
                      <a:endParaRPr lang="ru-RU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520904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xing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5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effectLst/>
                        </a:rPr>
                        <a:t>xed / regular verb (r.v)</a:t>
                      </a:r>
                      <a:endParaRPr lang="ru-RU" sz="1400" b="1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effectLst/>
                        </a:rPr>
                        <a:t>3 </a:t>
                      </a:r>
                      <a:r>
                        <a:rPr lang="ru-RU" sz="1400" b="1" dirty="0">
                          <a:effectLst/>
                        </a:rPr>
                        <a:t>ф</a:t>
                      </a:r>
                      <a:r>
                        <a:rPr lang="es-AR" sz="1400" b="1" dirty="0">
                          <a:effectLst/>
                        </a:rPr>
                        <a:t>-</a:t>
                      </a:r>
                      <a:r>
                        <a:rPr lang="ru-RU" sz="1400" b="1" dirty="0" err="1">
                          <a:effectLst/>
                        </a:rPr>
                        <a:t>ма</a:t>
                      </a:r>
                      <a:r>
                        <a:rPr lang="ru-RU" sz="1400" b="1" dirty="0">
                          <a:effectLst/>
                        </a:rPr>
                        <a:t> глагола </a:t>
                      </a:r>
                      <a:r>
                        <a:rPr lang="es-AR" sz="1400" b="1" dirty="0">
                          <a:effectLst/>
                        </a:rPr>
                        <a:t>/ irregular verb (irr.v)</a:t>
                      </a:r>
                      <a:endParaRPr lang="ru-RU" sz="14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5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60452">
                <a:tc grid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Используется для образования:</a:t>
                      </a:r>
                      <a:endParaRPr lang="ru-RU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7296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времен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группы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  </a:t>
                      </a:r>
                      <a:endParaRPr lang="ru-RU" sz="14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Continuous /Progressive </a:t>
                      </a: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с «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»</a:t>
                      </a:r>
                      <a:endParaRPr lang="ru-RU" sz="14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5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a</a:t>
                      </a:r>
                      <a:r>
                        <a:rPr lang="ru-RU" sz="1400" b="1">
                          <a:effectLst/>
                        </a:rPr>
                        <a:t>) времен группы </a:t>
                      </a:r>
                      <a:r>
                        <a:rPr lang="en-US" sz="1400" b="1">
                          <a:effectLst/>
                        </a:rPr>
                        <a:t>Perfect</a:t>
                      </a:r>
                      <a:r>
                        <a:rPr lang="ru-RU" sz="1400" b="1">
                          <a:effectLst/>
                        </a:rPr>
                        <a:t> с «</a:t>
                      </a:r>
                      <a:r>
                        <a:rPr lang="en-US" sz="1400" b="1">
                          <a:effectLst/>
                        </a:rPr>
                        <a:t>have</a:t>
                      </a:r>
                      <a:r>
                        <a:rPr lang="ru-RU" sz="1400" b="1">
                          <a:effectLst/>
                        </a:rPr>
                        <a:t>»</a:t>
                      </a:r>
                      <a:endParaRPr lang="ru-RU" sz="1400" b="1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5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b</a:t>
                      </a:r>
                      <a:r>
                        <a:rPr lang="ru-RU" sz="1400" b="1" dirty="0">
                          <a:effectLst/>
                        </a:rPr>
                        <a:t>)</a:t>
                      </a:r>
                      <a:r>
                        <a:rPr lang="en-US" sz="1400" b="1" dirty="0">
                          <a:effectLst/>
                        </a:rPr>
                        <a:t> </a:t>
                      </a:r>
                      <a:r>
                        <a:rPr lang="ru-RU" sz="1400" b="1" dirty="0">
                          <a:effectLst/>
                        </a:rPr>
                        <a:t>страдательного залога с «</a:t>
                      </a:r>
                      <a:r>
                        <a:rPr lang="en-US" sz="1400" b="1" dirty="0">
                          <a:effectLst/>
                        </a:rPr>
                        <a:t>be</a:t>
                      </a:r>
                      <a:r>
                        <a:rPr lang="ru-RU" sz="1400" b="1" dirty="0">
                          <a:effectLst/>
                        </a:rPr>
                        <a:t>»</a:t>
                      </a:r>
                      <a:endParaRPr lang="ru-RU" sz="14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5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1086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effectLst/>
                        </a:rPr>
                        <a:t>be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xing</a:t>
                      </a:r>
                      <a:endParaRPr lang="ru-RU" sz="14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am/is/are</a:t>
                      </a:r>
                      <a:r>
                        <a:rPr lang="ru-RU" sz="1400" b="0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doing</a:t>
                      </a: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45021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was/were</a:t>
                      </a: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doing</a:t>
                      </a: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45021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will be doing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делаю/делает/делаем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делал/делали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будет </a:t>
                      </a:r>
                      <a:r>
                        <a:rPr lang="ru-RU" sz="14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делать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1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effectLst/>
                        </a:rPr>
                        <a:t>have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xed</a:t>
                      </a:r>
                      <a:endParaRPr lang="ru-RU" sz="14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have/has</a:t>
                      </a: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done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had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done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will have</a:t>
                      </a: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done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сделали/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сделал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сделали/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сделал 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сделает/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сделают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1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effectLst/>
                        </a:rPr>
                        <a:t>be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xed</a:t>
                      </a:r>
                      <a:endParaRPr lang="ru-RU" sz="14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am/is/are</a:t>
                      </a: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done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was/were</a:t>
                      </a: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done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will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be done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делается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делалось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будет </a:t>
                      </a:r>
                      <a:r>
                        <a:rPr lang="ru-RU" sz="14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делаться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5373" marR="65373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10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1916832"/>
            <a:ext cx="6777317" cy="3508977"/>
          </a:xfrm>
        </p:spPr>
        <p:txBody>
          <a:bodyPr/>
          <a:lstStyle/>
          <a:p>
            <a:r>
              <a:rPr lang="ru-RU" dirty="0" smtClean="0"/>
              <a:t>Формы герундия</a:t>
            </a:r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787615" y="692696"/>
            <a:ext cx="7024744" cy="1143000"/>
          </a:xfrm>
        </p:spPr>
        <p:txBody>
          <a:bodyPr>
            <a:normAutofit/>
          </a:bodyPr>
          <a:lstStyle/>
          <a:p>
            <a:pPr>
              <a:lnSpc>
                <a:spcPts val="3500"/>
              </a:lnSpc>
            </a:pPr>
            <a:r>
              <a:rPr lang="ru-RU" sz="3600" dirty="0"/>
              <a:t>Герундий</a:t>
            </a:r>
            <a:r>
              <a:rPr lang="ru-RU" sz="3600" dirty="0" smtClean="0"/>
              <a:t> </a:t>
            </a:r>
            <a:r>
              <a:rPr lang="ru-RU" sz="3600" dirty="0"/>
              <a:t>как структурный элемент </a:t>
            </a:r>
            <a:r>
              <a:rPr lang="ru-RU" sz="3600" dirty="0" smtClean="0"/>
              <a:t>сказуемого</a:t>
            </a:r>
            <a:endParaRPr lang="ru-RU" sz="36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715887"/>
              </p:ext>
            </p:extLst>
          </p:nvPr>
        </p:nvGraphicFramePr>
        <p:xfrm>
          <a:off x="971600" y="2708920"/>
          <a:ext cx="7200801" cy="23333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5707"/>
                <a:gridCol w="3107547"/>
                <a:gridCol w="3107547"/>
              </a:tblGrid>
              <a:tr h="8212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Tenses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Действительный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залог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Active Voice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Страдательный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залог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Passive Voice</a:t>
                      </a:r>
                      <a:endParaRPr lang="ru-RU" sz="12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6909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Indefinite</a:t>
                      </a:r>
                      <a:endParaRPr lang="ru-RU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en-US" sz="1400" dirty="0" smtClean="0">
                          <a:effectLst/>
                        </a:rPr>
                        <a:t>asking</a:t>
                      </a:r>
                      <a:endParaRPr lang="ru-RU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«</a:t>
                      </a: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спрашивание»</a:t>
                      </a:r>
                      <a:r>
                        <a:rPr lang="en-US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, </a:t>
                      </a: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спрашивать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en-US" sz="1400" dirty="0" smtClean="0">
                          <a:effectLst/>
                        </a:rPr>
                        <a:t>being </a:t>
                      </a:r>
                      <a:r>
                        <a:rPr lang="en-US" sz="1400" dirty="0">
                          <a:effectLst/>
                        </a:rPr>
                        <a:t>asked</a:t>
                      </a:r>
                      <a:endParaRPr lang="ru-RU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будучи спрошен(</a:t>
                      </a:r>
                      <a:r>
                        <a:rPr lang="ru-RU" sz="1400" i="1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ным</a:t>
                      </a: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Perfect </a:t>
                      </a:r>
                      <a:endParaRPr lang="ru-RU" sz="12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en-US" sz="1400" dirty="0" smtClean="0">
                          <a:effectLst/>
                        </a:rPr>
                        <a:t>having </a:t>
                      </a:r>
                      <a:r>
                        <a:rPr lang="en-US" sz="1400" dirty="0">
                          <a:effectLst/>
                        </a:rPr>
                        <a:t>asked</a:t>
                      </a:r>
                      <a:endParaRPr lang="ru-RU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спросил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effectLst/>
                        </a:rPr>
                        <a:t> </a:t>
                      </a:r>
                      <a:r>
                        <a:rPr lang="en-US" sz="1400" dirty="0" smtClean="0">
                          <a:effectLst/>
                        </a:rPr>
                        <a:t>having </a:t>
                      </a:r>
                      <a:r>
                        <a:rPr lang="en-US" sz="1400" dirty="0">
                          <a:effectLst/>
                        </a:rPr>
                        <a:t>been asked</a:t>
                      </a:r>
                      <a:endParaRPr lang="ru-RU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был </a:t>
                      </a:r>
                      <a:r>
                        <a:rPr lang="ru-RU" sz="14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спрошен</a:t>
                      </a:r>
                      <a:endParaRPr lang="ru-RU" sz="12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949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8128" y="692696"/>
            <a:ext cx="7024744" cy="1143000"/>
          </a:xfrm>
        </p:spPr>
        <p:txBody>
          <a:bodyPr>
            <a:normAutofit/>
          </a:bodyPr>
          <a:lstStyle/>
          <a:p>
            <a:pPr>
              <a:lnSpc>
                <a:spcPts val="3500"/>
              </a:lnSpc>
            </a:pPr>
            <a:r>
              <a:rPr lang="ru-RU" sz="3600" dirty="0"/>
              <a:t>Герундий</a:t>
            </a:r>
            <a:r>
              <a:rPr lang="ru-RU" sz="3600" dirty="0" smtClean="0"/>
              <a:t> </a:t>
            </a:r>
            <a:r>
              <a:rPr lang="ru-RU" sz="3600" dirty="0"/>
              <a:t>как структурный элемент </a:t>
            </a:r>
            <a:r>
              <a:rPr lang="ru-RU" sz="3600" dirty="0" smtClean="0"/>
              <a:t>сказуемого</a:t>
            </a:r>
            <a:endParaRPr lang="ru-RU" sz="36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5470885"/>
              </p:ext>
            </p:extLst>
          </p:nvPr>
        </p:nvGraphicFramePr>
        <p:xfrm>
          <a:off x="1187624" y="2276872"/>
          <a:ext cx="6912768" cy="29416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7841"/>
                <a:gridCol w="1728543"/>
                <a:gridCol w="1727841"/>
                <a:gridCol w="1728543"/>
              </a:tblGrid>
              <a:tr h="307496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xing</a:t>
                      </a:r>
                      <a:endParaRPr lang="ru-RU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916639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Часть составного именного сказуемого (п</a:t>
                      </a:r>
                      <a:r>
                        <a:rPr lang="be-BY" sz="1400" b="1" dirty="0">
                          <a:solidFill>
                            <a:schemeClr val="tx1"/>
                          </a:solidFill>
                          <a:effectLst/>
                        </a:rPr>
                        <a:t>осле глагола связки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to</a:t>
                      </a: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ru-RU" sz="14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5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Часть составного глагольного сказуемого</a:t>
                      </a:r>
                      <a:endParaRPr lang="ru-RU" sz="14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5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2470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effectLst/>
                        </a:rPr>
                        <a:t>be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xing</a:t>
                      </a:r>
                      <a:endParaRPr lang="ru-RU" sz="14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be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for/against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xing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am/is/are/was/</a:t>
                      </a: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were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doing 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есть </a:t>
                      </a:r>
                      <a:r>
                        <a:rPr lang="ru-RU" sz="14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делание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effectLst/>
                        </a:rPr>
                        <a:t>begin (go</a:t>
                      </a:r>
                      <a:r>
                        <a:rPr lang="en-US" sz="1400" b="1" baseline="0" dirty="0" smtClean="0">
                          <a:solidFill>
                            <a:schemeClr val="tx1"/>
                          </a:solidFill>
                          <a:effectLst/>
                        </a:rPr>
                        <a:t> on, stop, to finish, continue, etc.)</a:t>
                      </a:r>
                      <a:r>
                        <a:rPr lang="en-US" sz="1400" b="1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</a:rPr>
                        <a:t>xing</a:t>
                      </a:r>
                      <a:endParaRPr lang="ru-RU" sz="14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begins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doing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b="0" i="1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начинает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делать</a:t>
                      </a:r>
                      <a:endParaRPr lang="ru-RU" sz="1400" b="0" i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380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1484784"/>
            <a:ext cx="8136904" cy="1143000"/>
          </a:xfrm>
        </p:spPr>
        <p:txBody>
          <a:bodyPr>
            <a:normAutofit fontScale="90000"/>
          </a:bodyPr>
          <a:lstStyle/>
          <a:p>
            <a:pPr>
              <a:lnSpc>
                <a:spcPts val="3500"/>
              </a:lnSpc>
            </a:pPr>
            <a:r>
              <a:rPr lang="ru-RU" dirty="0"/>
              <a:t>Признаки сказуемого в форме настоящего (</a:t>
            </a:r>
            <a:r>
              <a:rPr lang="de-DE" dirty="0" err="1"/>
              <a:t>Present</a:t>
            </a:r>
            <a:r>
              <a:rPr lang="de-DE" dirty="0"/>
              <a:t> Simple</a:t>
            </a:r>
            <a:r>
              <a:rPr lang="ru-RU" dirty="0"/>
              <a:t>) </a:t>
            </a:r>
            <a:br>
              <a:rPr lang="ru-RU" dirty="0"/>
            </a:br>
            <a:r>
              <a:rPr lang="ru-RU" dirty="0"/>
              <a:t>и прошедшего </a:t>
            </a:r>
            <a:r>
              <a:rPr lang="be-BY" dirty="0"/>
              <a:t>(</a:t>
            </a:r>
            <a:r>
              <a:rPr lang="de-DE" dirty="0" err="1"/>
              <a:t>Past</a:t>
            </a:r>
            <a:r>
              <a:rPr lang="de-DE" dirty="0"/>
              <a:t> Simple</a:t>
            </a:r>
            <a:r>
              <a:rPr lang="ru-RU" dirty="0"/>
              <a:t>) времени действительного </a:t>
            </a:r>
            <a:r>
              <a:rPr lang="ru-RU" dirty="0" smtClean="0"/>
              <a:t>залога</a:t>
            </a:r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27583" y="5013839"/>
            <a:ext cx="65527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aseline="30000" dirty="0"/>
              <a:t>1</a:t>
            </a:r>
            <a:r>
              <a:rPr lang="ru-RU" sz="1200" dirty="0"/>
              <a:t>2-я форма неправильного глагола. 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t="29010" r="6558" b="31895"/>
          <a:stretch/>
        </p:blipFill>
        <p:spPr>
          <a:xfrm>
            <a:off x="683568" y="3044538"/>
            <a:ext cx="7823158" cy="1944216"/>
          </a:xfrm>
        </p:spPr>
      </p:pic>
    </p:spTree>
    <p:extLst>
      <p:ext uri="{BB962C8B-B14F-4D97-AF65-F5344CB8AC3E}">
        <p14:creationId xmlns:p14="http://schemas.microsoft.com/office/powerpoint/2010/main" val="147143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692696"/>
            <a:ext cx="7024744" cy="613872"/>
          </a:xfrm>
        </p:spPr>
        <p:txBody>
          <a:bodyPr>
            <a:normAutofit fontScale="90000"/>
          </a:bodyPr>
          <a:lstStyle/>
          <a:p>
            <a:r>
              <a:rPr lang="ru-RU" dirty="0"/>
              <a:t>Сказуемое с глаголом </a:t>
            </a:r>
            <a:r>
              <a:rPr lang="de-DE" b="1" dirty="0" err="1"/>
              <a:t>have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1340768"/>
            <a:ext cx="6777317" cy="3508977"/>
          </a:xfrm>
        </p:spPr>
        <p:txBody>
          <a:bodyPr/>
          <a:lstStyle/>
          <a:p>
            <a:r>
              <a:rPr lang="ru-RU" dirty="0"/>
              <a:t>Признаки распознавания </a:t>
            </a:r>
            <a:br>
              <a:rPr lang="ru-RU" dirty="0"/>
            </a:br>
            <a:r>
              <a:rPr lang="ru-RU" dirty="0"/>
              <a:t>функций и значений глагола </a:t>
            </a:r>
            <a:r>
              <a:rPr lang="en-US" b="1" dirty="0"/>
              <a:t>have</a:t>
            </a:r>
            <a:endParaRPr lang="ru-RU" dirty="0"/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9" t="19703" r="17729" b="9244"/>
          <a:stretch/>
        </p:blipFill>
        <p:spPr>
          <a:xfrm>
            <a:off x="1403648" y="2132856"/>
            <a:ext cx="6696745" cy="4332226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5981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179119"/>
              </p:ext>
            </p:extLst>
          </p:nvPr>
        </p:nvGraphicFramePr>
        <p:xfrm>
          <a:off x="539552" y="1628800"/>
          <a:ext cx="8064896" cy="4536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611560" y="764704"/>
            <a:ext cx="7024744" cy="60113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глагола</a:t>
            </a:r>
            <a:r>
              <a:rPr lang="en-US" dirty="0"/>
              <a:t> </a:t>
            </a:r>
            <a:r>
              <a:rPr lang="en-US" b="1" dirty="0"/>
              <a:t>to </a:t>
            </a:r>
            <a:r>
              <a:rPr lang="en-US" b="1" dirty="0" smtClean="0"/>
              <a:t>have</a:t>
            </a:r>
            <a:endParaRPr lang="ru-RU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548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692696"/>
            <a:ext cx="7024744" cy="673144"/>
          </a:xfrm>
        </p:spPr>
        <p:txBody>
          <a:bodyPr>
            <a:normAutofit/>
          </a:bodyPr>
          <a:lstStyle/>
          <a:p>
            <a:r>
              <a:rPr lang="ru-RU" sz="3600" dirty="0"/>
              <a:t>Сказуемое с глаголом </a:t>
            </a:r>
            <a:r>
              <a:rPr lang="de-DE" sz="3600" b="1" dirty="0" err="1"/>
              <a:t>be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340768"/>
            <a:ext cx="6777317" cy="3508977"/>
          </a:xfrm>
        </p:spPr>
        <p:txBody>
          <a:bodyPr/>
          <a:lstStyle/>
          <a:p>
            <a:r>
              <a:rPr lang="ru-RU" dirty="0"/>
              <a:t>Признаки распознавания функций и значений глагола </a:t>
            </a:r>
            <a:r>
              <a:rPr lang="de-DE" b="1" dirty="0" err="1"/>
              <a:t>be</a:t>
            </a:r>
            <a:endParaRPr lang="ru-RU" dirty="0"/>
          </a:p>
        </p:txBody>
      </p:sp>
      <p:pic>
        <p:nvPicPr>
          <p:cNvPr id="4" name="Объект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35" t="16910" r="22614" b="7382"/>
          <a:stretch/>
        </p:blipFill>
        <p:spPr>
          <a:xfrm>
            <a:off x="1835696" y="2132856"/>
            <a:ext cx="5639053" cy="4299778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380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621596"/>
            <a:ext cx="7024744" cy="68588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глагола</a:t>
            </a:r>
            <a:r>
              <a:rPr lang="en-US" dirty="0"/>
              <a:t> </a:t>
            </a:r>
            <a:r>
              <a:rPr lang="en-US" b="1" dirty="0" smtClean="0"/>
              <a:t>to</a:t>
            </a:r>
            <a:r>
              <a:rPr lang="ru-RU" b="1" dirty="0" smtClean="0"/>
              <a:t> </a:t>
            </a:r>
            <a:r>
              <a:rPr lang="en-US" b="1" dirty="0" smtClean="0"/>
              <a:t>be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  <p:graphicFrame>
        <p:nvGraphicFramePr>
          <p:cNvPr id="5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502104"/>
              </p:ext>
            </p:extLst>
          </p:nvPr>
        </p:nvGraphicFramePr>
        <p:xfrm>
          <a:off x="467544" y="1340768"/>
          <a:ext cx="8136904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8117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620688"/>
            <a:ext cx="7024744" cy="613872"/>
          </a:xfrm>
        </p:spPr>
        <p:txBody>
          <a:bodyPr>
            <a:normAutofit fontScale="90000"/>
          </a:bodyPr>
          <a:lstStyle/>
          <a:p>
            <a:r>
              <a:rPr lang="ru-RU" dirty="0"/>
              <a:t>Сказуемое с глаголом </a:t>
            </a:r>
            <a:r>
              <a:rPr lang="de-DE" b="1" dirty="0"/>
              <a:t>do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1268760"/>
            <a:ext cx="6777317" cy="3508977"/>
          </a:xfrm>
        </p:spPr>
        <p:txBody>
          <a:bodyPr/>
          <a:lstStyle/>
          <a:p>
            <a:r>
              <a:rPr lang="ru-RU" dirty="0"/>
              <a:t>Признаки распознавания функций и значений глагола </a:t>
            </a:r>
            <a:r>
              <a:rPr lang="de-DE" b="1" dirty="0"/>
              <a:t>do</a:t>
            </a:r>
            <a:endParaRPr lang="ru-RU" dirty="0"/>
          </a:p>
        </p:txBody>
      </p:sp>
      <p:pic>
        <p:nvPicPr>
          <p:cNvPr id="4" name="Объект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7" t="15669" r="22189" b="12036"/>
          <a:stretch/>
        </p:blipFill>
        <p:spPr>
          <a:xfrm>
            <a:off x="1619672" y="2060848"/>
            <a:ext cx="5984439" cy="4392488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001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592" y="692696"/>
            <a:ext cx="7024744" cy="67314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глагола</a:t>
            </a:r>
            <a:r>
              <a:rPr lang="en-US" dirty="0"/>
              <a:t> </a:t>
            </a:r>
            <a:r>
              <a:rPr lang="en-US" b="1" dirty="0" smtClean="0"/>
              <a:t>to</a:t>
            </a:r>
            <a:r>
              <a:rPr lang="ru-RU" b="1" dirty="0" smtClean="0"/>
              <a:t> </a:t>
            </a:r>
            <a:r>
              <a:rPr lang="en-US" b="1" dirty="0" smtClean="0"/>
              <a:t>do</a:t>
            </a:r>
            <a:endParaRPr lang="ru-RU" dirty="0"/>
          </a:p>
        </p:txBody>
      </p:sp>
      <p:graphicFrame>
        <p:nvGraphicFramePr>
          <p:cNvPr id="6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404416"/>
              </p:ext>
            </p:extLst>
          </p:nvPr>
        </p:nvGraphicFramePr>
        <p:xfrm>
          <a:off x="467544" y="1340768"/>
          <a:ext cx="8136904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Заголовок 1"/>
          <p:cNvSpPr txBox="1">
            <a:spLocks/>
          </p:cNvSpPr>
          <p:nvPr/>
        </p:nvSpPr>
        <p:spPr>
          <a:xfrm>
            <a:off x="5076056" y="0"/>
            <a:ext cx="2736303" cy="6215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МОДУЛЬ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63287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стин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Остин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Остин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1410</TotalTime>
  <Words>983</Words>
  <Application>Microsoft Office PowerPoint</Application>
  <PresentationFormat>Экран (4:3)</PresentationFormat>
  <Paragraphs>374</Paragraphs>
  <Slides>16</Slides>
  <Notes>1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8" baseType="lpstr">
      <vt:lpstr>Остин</vt:lpstr>
      <vt:lpstr>Документ Microsoft Visio 2003–2010</vt:lpstr>
      <vt:lpstr>МОДУЛЬ 1</vt:lpstr>
      <vt:lpstr>Сказуемое</vt:lpstr>
      <vt:lpstr>Исходные структурные элементы сказуемого</vt:lpstr>
      <vt:lpstr>Инфинитив как структурный элемент сказуемого</vt:lpstr>
      <vt:lpstr>Инфинитив как структурный элемент сказуемого</vt:lpstr>
      <vt:lpstr>Причастие как структурный элемент сказуемого</vt:lpstr>
      <vt:lpstr>Причастие как структурный элемент сказуемого</vt:lpstr>
      <vt:lpstr>Герундий как структурный элемент сказуемого</vt:lpstr>
      <vt:lpstr>Герундий как структурный элемент сказуемого</vt:lpstr>
      <vt:lpstr>Признаки сказуемого в форме настоящего (Present Simple)  и прошедшего (Past Simple) времени действительного залога</vt:lpstr>
      <vt:lpstr>Сказуемое с глаголом have</vt:lpstr>
      <vt:lpstr>Функции глагола to have</vt:lpstr>
      <vt:lpstr>Сказуемое с глаголом be</vt:lpstr>
      <vt:lpstr>Функции глагола to be</vt:lpstr>
      <vt:lpstr>Сказуемое с глаголом do</vt:lpstr>
      <vt:lpstr>Функции глагола to do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1</dc:title>
  <dc:creator>Asus</dc:creator>
  <cp:lastModifiedBy>Ольга</cp:lastModifiedBy>
  <cp:revision>111</cp:revision>
  <dcterms:created xsi:type="dcterms:W3CDTF">2017-01-02T22:28:45Z</dcterms:created>
  <dcterms:modified xsi:type="dcterms:W3CDTF">2017-04-05T22:11:56Z</dcterms:modified>
</cp:coreProperties>
</file>